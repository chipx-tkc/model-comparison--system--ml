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9" r:id="rId4"/>
    <p:sldId id="270" r:id="rId5"/>
    <p:sldId id="271" r:id="rId6"/>
    <p:sldId id="272" r:id="rId7"/>
    <p:sldId id="273" r:id="rId8"/>
    <p:sldId id="274" r:id="rId9"/>
    <p:sldId id="27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6A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59E4C8-202D-4DBE-8DCB-079C210F9F55}" v="12" dt="2026-08-29T09:00:34.93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itha rani golla" userId="f8c8ab5081d81f05" providerId="LiveId" clId="{E44E5150-09AD-43B6-9325-6EB07D823769}"/>
    <pc:docChg chg="undo custSel addSld delSld modSld">
      <pc:chgData name="joshitha rani golla" userId="f8c8ab5081d81f05" providerId="LiveId" clId="{E44E5150-09AD-43B6-9325-6EB07D823769}" dt="2026-08-29T09:01:52.812" v="472" actId="22"/>
      <pc:docMkLst>
        <pc:docMk/>
      </pc:docMkLst>
      <pc:sldChg chg="addSp delSp modSp add del mod">
        <pc:chgData name="joshitha rani golla" userId="f8c8ab5081d81f05" providerId="LiveId" clId="{E44E5150-09AD-43B6-9325-6EB07D823769}" dt="2026-08-29T09:01:05.567" v="458" actId="21"/>
        <pc:sldMkLst>
          <pc:docMk/>
          <pc:sldMk cId="3884169019" sldId="256"/>
        </pc:sldMkLst>
        <pc:spChg chg="add del mod">
          <ac:chgData name="joshitha rani golla" userId="f8c8ab5081d81f05" providerId="LiveId" clId="{E44E5150-09AD-43B6-9325-6EB07D823769}" dt="2026-08-29T09:01:05.567" v="458" actId="21"/>
          <ac:spMkLst>
            <pc:docMk/>
            <pc:sldMk cId="3884169019" sldId="256"/>
            <ac:spMk id="2" creationId="{DF4D0374-220F-5DF5-7F5F-169F94526836}"/>
          </ac:spMkLst>
        </pc:spChg>
        <pc:spChg chg="mod">
          <ac:chgData name="joshitha rani golla" userId="f8c8ab5081d81f05" providerId="LiveId" clId="{E44E5150-09AD-43B6-9325-6EB07D823769}" dt="2026-08-29T08:57:08.853" v="429" actId="20577"/>
          <ac:spMkLst>
            <pc:docMk/>
            <pc:sldMk cId="3884169019" sldId="256"/>
            <ac:spMk id="9" creationId="{1958304E-A210-B669-511F-85E0BFAF827D}"/>
          </ac:spMkLst>
        </pc:spChg>
        <pc:spChg chg="mod">
          <ac:chgData name="joshitha rani golla" userId="f8c8ab5081d81f05" providerId="LiveId" clId="{E44E5150-09AD-43B6-9325-6EB07D823769}" dt="2026-08-29T08:48:15.006" v="105" actId="20577"/>
          <ac:spMkLst>
            <pc:docMk/>
            <pc:sldMk cId="3884169019" sldId="256"/>
            <ac:spMk id="11" creationId="{2BAB500E-1F4C-D238-E5E4-6ACC371C622B}"/>
          </ac:spMkLst>
        </pc:spChg>
      </pc:sldChg>
      <pc:sldChg chg="addSp delSp modSp del mod">
        <pc:chgData name="joshitha rani golla" userId="f8c8ab5081d81f05" providerId="LiveId" clId="{E44E5150-09AD-43B6-9325-6EB07D823769}" dt="2026-08-29T08:48:20.382" v="106" actId="2696"/>
        <pc:sldMkLst>
          <pc:docMk/>
          <pc:sldMk cId="319754880" sldId="257"/>
        </pc:sldMkLst>
        <pc:graphicFrameChg chg="add del modGraphic">
          <ac:chgData name="joshitha rani golla" userId="f8c8ab5081d81f05" providerId="LiveId" clId="{E44E5150-09AD-43B6-9325-6EB07D823769}" dt="2026-08-29T08:47:54.713" v="65" actId="27309"/>
          <ac:graphicFrameMkLst>
            <pc:docMk/>
            <pc:sldMk cId="319754880" sldId="257"/>
            <ac:graphicFrameMk id="6" creationId="{0E0A41EB-A12C-C4E4-797C-1C9AD1D7D688}"/>
          </ac:graphicFrameMkLst>
        </pc:graphicFrameChg>
      </pc:sldChg>
      <pc:sldChg chg="addSp modSp add del mod">
        <pc:chgData name="joshitha rani golla" userId="f8c8ab5081d81f05" providerId="LiveId" clId="{E44E5150-09AD-43B6-9325-6EB07D823769}" dt="2026-08-29T09:01:23.457" v="466" actId="20577"/>
        <pc:sldMkLst>
          <pc:docMk/>
          <pc:sldMk cId="2669086382" sldId="258"/>
        </pc:sldMkLst>
        <pc:spChg chg="mod">
          <ac:chgData name="joshitha rani golla" userId="f8c8ab5081d81f05" providerId="LiveId" clId="{E44E5150-09AD-43B6-9325-6EB07D823769}" dt="2026-08-29T08:53:07.516" v="289" actId="6549"/>
          <ac:spMkLst>
            <pc:docMk/>
            <pc:sldMk cId="2669086382" sldId="258"/>
            <ac:spMk id="3" creationId="{0B621DB1-A8F4-3B03-EFD7-1E0E75B85079}"/>
          </ac:spMkLst>
        </pc:spChg>
        <pc:spChg chg="add mod">
          <ac:chgData name="joshitha rani golla" userId="f8c8ab5081d81f05" providerId="LiveId" clId="{E44E5150-09AD-43B6-9325-6EB07D823769}" dt="2026-08-29T08:50:22.436" v="132" actId="767"/>
          <ac:spMkLst>
            <pc:docMk/>
            <pc:sldMk cId="2669086382" sldId="258"/>
            <ac:spMk id="4" creationId="{5406A816-DF19-FD16-F317-FF2EA351821F}"/>
          </ac:spMkLst>
        </pc:spChg>
        <pc:spChg chg="add mod">
          <ac:chgData name="joshitha rani golla" userId="f8c8ab5081d81f05" providerId="LiveId" clId="{E44E5150-09AD-43B6-9325-6EB07D823769}" dt="2026-08-29T09:01:23.457" v="466" actId="20577"/>
          <ac:spMkLst>
            <pc:docMk/>
            <pc:sldMk cId="2669086382" sldId="258"/>
            <ac:spMk id="7" creationId="{16C7986A-6829-8E78-1075-3A37CCBC56DD}"/>
          </ac:spMkLst>
        </pc:spChg>
      </pc:sldChg>
      <pc:sldChg chg="modSp del mod">
        <pc:chgData name="joshitha rani golla" userId="f8c8ab5081d81f05" providerId="LiveId" clId="{E44E5150-09AD-43B6-9325-6EB07D823769}" dt="2026-08-29T08:56:24.040" v="392" actId="47"/>
        <pc:sldMkLst>
          <pc:docMk/>
          <pc:sldMk cId="1428819429" sldId="259"/>
        </pc:sldMkLst>
        <pc:spChg chg="mod">
          <ac:chgData name="joshitha rani golla" userId="f8c8ab5081d81f05" providerId="LiveId" clId="{E44E5150-09AD-43B6-9325-6EB07D823769}" dt="2026-08-29T08:50:24.338" v="135" actId="20577"/>
          <ac:spMkLst>
            <pc:docMk/>
            <pc:sldMk cId="1428819429" sldId="259"/>
            <ac:spMk id="2" creationId="{31BD33A1-F348-F7B7-EB87-EBC4B8B8E6FA}"/>
          </ac:spMkLst>
        </pc:spChg>
      </pc:sldChg>
      <pc:sldChg chg="del">
        <pc:chgData name="joshitha rani golla" userId="f8c8ab5081d81f05" providerId="LiveId" clId="{E44E5150-09AD-43B6-9325-6EB07D823769}" dt="2026-08-29T08:56:24.546" v="393" actId="47"/>
        <pc:sldMkLst>
          <pc:docMk/>
          <pc:sldMk cId="3262127674" sldId="260"/>
        </pc:sldMkLst>
      </pc:sldChg>
      <pc:sldChg chg="del">
        <pc:chgData name="joshitha rani golla" userId="f8c8ab5081d81f05" providerId="LiveId" clId="{E44E5150-09AD-43B6-9325-6EB07D823769}" dt="2026-08-29T08:56:24.565" v="394" actId="47"/>
        <pc:sldMkLst>
          <pc:docMk/>
          <pc:sldMk cId="576378472" sldId="261"/>
        </pc:sldMkLst>
      </pc:sldChg>
      <pc:sldChg chg="del">
        <pc:chgData name="joshitha rani golla" userId="f8c8ab5081d81f05" providerId="LiveId" clId="{E44E5150-09AD-43B6-9325-6EB07D823769}" dt="2026-08-29T08:56:24.618" v="395" actId="47"/>
        <pc:sldMkLst>
          <pc:docMk/>
          <pc:sldMk cId="3858296331" sldId="264"/>
        </pc:sldMkLst>
      </pc:sldChg>
      <pc:sldChg chg="del">
        <pc:chgData name="joshitha rani golla" userId="f8c8ab5081d81f05" providerId="LiveId" clId="{E44E5150-09AD-43B6-9325-6EB07D823769}" dt="2026-08-29T08:56:24.631" v="396" actId="47"/>
        <pc:sldMkLst>
          <pc:docMk/>
          <pc:sldMk cId="253630989" sldId="265"/>
        </pc:sldMkLst>
      </pc:sldChg>
      <pc:sldChg chg="del">
        <pc:chgData name="joshitha rani golla" userId="f8c8ab5081d81f05" providerId="LiveId" clId="{E44E5150-09AD-43B6-9325-6EB07D823769}" dt="2026-08-29T08:56:24.661" v="397" actId="47"/>
        <pc:sldMkLst>
          <pc:docMk/>
          <pc:sldMk cId="3454443589" sldId="267"/>
        </pc:sldMkLst>
      </pc:sldChg>
      <pc:sldChg chg="del">
        <pc:chgData name="joshitha rani golla" userId="f8c8ab5081d81f05" providerId="LiveId" clId="{E44E5150-09AD-43B6-9325-6EB07D823769}" dt="2026-08-29T08:56:24.688" v="398" actId="47"/>
        <pc:sldMkLst>
          <pc:docMk/>
          <pc:sldMk cId="1577734312" sldId="268"/>
        </pc:sldMkLst>
      </pc:sldChg>
      <pc:sldChg chg="modSp add del mod">
        <pc:chgData name="joshitha rani golla" userId="f8c8ab5081d81f05" providerId="LiveId" clId="{E44E5150-09AD-43B6-9325-6EB07D823769}" dt="2026-08-29T08:53:14.015" v="290" actId="47"/>
        <pc:sldMkLst>
          <pc:docMk/>
          <pc:sldMk cId="420902461" sldId="269"/>
        </pc:sldMkLst>
        <pc:spChg chg="mod">
          <ac:chgData name="joshitha rani golla" userId="f8c8ab5081d81f05" providerId="LiveId" clId="{E44E5150-09AD-43B6-9325-6EB07D823769}" dt="2026-08-29T08:51:36.336" v="179" actId="20577"/>
          <ac:spMkLst>
            <pc:docMk/>
            <pc:sldMk cId="420902461" sldId="269"/>
            <ac:spMk id="2" creationId="{F81930D9-6FCA-6450-7744-A662148B8E63}"/>
          </ac:spMkLst>
        </pc:spChg>
      </pc:sldChg>
      <pc:sldChg chg="addSp modSp add del mod">
        <pc:chgData name="joshitha rani golla" userId="f8c8ab5081d81f05" providerId="LiveId" clId="{E44E5150-09AD-43B6-9325-6EB07D823769}" dt="2026-08-29T09:01:34.942" v="467" actId="22"/>
        <pc:sldMkLst>
          <pc:docMk/>
          <pc:sldMk cId="1132676184" sldId="269"/>
        </pc:sldMkLst>
        <pc:spChg chg="mod">
          <ac:chgData name="joshitha rani golla" userId="f8c8ab5081d81f05" providerId="LiveId" clId="{E44E5150-09AD-43B6-9325-6EB07D823769}" dt="2026-08-29T08:53:39.950" v="308" actId="20577"/>
          <ac:spMkLst>
            <pc:docMk/>
            <pc:sldMk cId="1132676184" sldId="269"/>
            <ac:spMk id="2" creationId="{6BB1866F-58B2-1F76-34AE-FDFF037FA797}"/>
          </ac:spMkLst>
        </pc:spChg>
        <pc:spChg chg="mod">
          <ac:chgData name="joshitha rani golla" userId="f8c8ab5081d81f05" providerId="LiveId" clId="{E44E5150-09AD-43B6-9325-6EB07D823769}" dt="2026-08-29T08:53:45.039" v="309" actId="6549"/>
          <ac:spMkLst>
            <pc:docMk/>
            <pc:sldMk cId="1132676184" sldId="269"/>
            <ac:spMk id="3" creationId="{9880946D-CD0E-31D9-BBC7-948B681417A9}"/>
          </ac:spMkLst>
        </pc:spChg>
        <pc:spChg chg="add">
          <ac:chgData name="joshitha rani golla" userId="f8c8ab5081d81f05" providerId="LiveId" clId="{E44E5150-09AD-43B6-9325-6EB07D823769}" dt="2026-08-29T09:01:34.942" v="467" actId="22"/>
          <ac:spMkLst>
            <pc:docMk/>
            <pc:sldMk cId="1132676184" sldId="269"/>
            <ac:spMk id="6" creationId="{67EB8B74-7CB7-186B-9F1A-62E06B220596}"/>
          </ac:spMkLst>
        </pc:spChg>
      </pc:sldChg>
      <pc:sldChg chg="add del">
        <pc:chgData name="joshitha rani golla" userId="f8c8ab5081d81f05" providerId="LiveId" clId="{E44E5150-09AD-43B6-9325-6EB07D823769}" dt="2026-08-29T08:50:39.629" v="137" actId="2696"/>
        <pc:sldMkLst>
          <pc:docMk/>
          <pc:sldMk cId="2837881866" sldId="269"/>
        </pc:sldMkLst>
      </pc:sldChg>
      <pc:sldChg chg="modSp add del mod">
        <pc:chgData name="joshitha rani golla" userId="f8c8ab5081d81f05" providerId="LiveId" clId="{E44E5150-09AD-43B6-9325-6EB07D823769}" dt="2026-08-29T08:53:14.524" v="291" actId="47"/>
        <pc:sldMkLst>
          <pc:docMk/>
          <pc:sldMk cId="1150703547" sldId="270"/>
        </pc:sldMkLst>
        <pc:spChg chg="mod">
          <ac:chgData name="joshitha rani golla" userId="f8c8ab5081d81f05" providerId="LiveId" clId="{E44E5150-09AD-43B6-9325-6EB07D823769}" dt="2026-08-29T08:51:54.133" v="210" actId="20577"/>
          <ac:spMkLst>
            <pc:docMk/>
            <pc:sldMk cId="1150703547" sldId="270"/>
            <ac:spMk id="2" creationId="{8D0B7598-2C25-BACF-9728-F3AACDD8351D}"/>
          </ac:spMkLst>
        </pc:spChg>
      </pc:sldChg>
      <pc:sldChg chg="addSp delSp modSp add del mod">
        <pc:chgData name="joshitha rani golla" userId="f8c8ab5081d81f05" providerId="LiveId" clId="{E44E5150-09AD-43B6-9325-6EB07D823769}" dt="2026-08-29T09:01:38.040" v="468" actId="22"/>
        <pc:sldMkLst>
          <pc:docMk/>
          <pc:sldMk cId="4292376241" sldId="270"/>
        </pc:sldMkLst>
        <pc:spChg chg="mod">
          <ac:chgData name="joshitha rani golla" userId="f8c8ab5081d81f05" providerId="LiveId" clId="{E44E5150-09AD-43B6-9325-6EB07D823769}" dt="2026-08-29T08:54:52.551" v="337" actId="20577"/>
          <ac:spMkLst>
            <pc:docMk/>
            <pc:sldMk cId="4292376241" sldId="270"/>
            <ac:spMk id="2" creationId="{6B53EFB7-1F85-0B4B-5E3A-C6BCBA889AD6}"/>
          </ac:spMkLst>
        </pc:spChg>
        <pc:spChg chg="add">
          <ac:chgData name="joshitha rani golla" userId="f8c8ab5081d81f05" providerId="LiveId" clId="{E44E5150-09AD-43B6-9325-6EB07D823769}" dt="2026-08-29T09:01:38.040" v="468" actId="22"/>
          <ac:spMkLst>
            <pc:docMk/>
            <pc:sldMk cId="4292376241" sldId="270"/>
            <ac:spMk id="8" creationId="{CA316990-7B34-A065-B5CD-8F4F7201FA18}"/>
          </ac:spMkLst>
        </pc:spChg>
        <pc:picChg chg="add del">
          <ac:chgData name="joshitha rani golla" userId="f8c8ab5081d81f05" providerId="LiveId" clId="{E44E5150-09AD-43B6-9325-6EB07D823769}" dt="2026-08-29T08:54:28.425" v="326" actId="478"/>
          <ac:picMkLst>
            <pc:docMk/>
            <pc:sldMk cId="4292376241" sldId="270"/>
            <ac:picMk id="6" creationId="{6BB8025E-8B19-DF47-5E63-5C25C531413E}"/>
          </ac:picMkLst>
        </pc:picChg>
      </pc:sldChg>
      <pc:sldChg chg="addSp modSp add del mod">
        <pc:chgData name="joshitha rani golla" userId="f8c8ab5081d81f05" providerId="LiveId" clId="{E44E5150-09AD-43B6-9325-6EB07D823769}" dt="2026-08-29T09:01:41.028" v="469" actId="22"/>
        <pc:sldMkLst>
          <pc:docMk/>
          <pc:sldMk cId="662631567" sldId="271"/>
        </pc:sldMkLst>
        <pc:spChg chg="mod">
          <ac:chgData name="joshitha rani golla" userId="f8c8ab5081d81f05" providerId="LiveId" clId="{E44E5150-09AD-43B6-9325-6EB07D823769}" dt="2026-08-29T08:55:09.056" v="352" actId="20577"/>
          <ac:spMkLst>
            <pc:docMk/>
            <pc:sldMk cId="662631567" sldId="271"/>
            <ac:spMk id="2" creationId="{DA0F1F12-4032-1B09-4AE2-62B166C30C3D}"/>
          </ac:spMkLst>
        </pc:spChg>
        <pc:spChg chg="add">
          <ac:chgData name="joshitha rani golla" userId="f8c8ab5081d81f05" providerId="LiveId" clId="{E44E5150-09AD-43B6-9325-6EB07D823769}" dt="2026-08-29T09:01:41.028" v="469" actId="22"/>
          <ac:spMkLst>
            <pc:docMk/>
            <pc:sldMk cId="662631567" sldId="271"/>
            <ac:spMk id="6" creationId="{214756F8-C836-96CC-8F3A-DA7CD6439F6E}"/>
          </ac:spMkLst>
        </pc:spChg>
      </pc:sldChg>
      <pc:sldChg chg="addSp delSp modSp add del mod">
        <pc:chgData name="joshitha rani golla" userId="f8c8ab5081d81f05" providerId="LiveId" clId="{E44E5150-09AD-43B6-9325-6EB07D823769}" dt="2026-08-29T08:53:15.129" v="292" actId="47"/>
        <pc:sldMkLst>
          <pc:docMk/>
          <pc:sldMk cId="2245775462" sldId="271"/>
        </pc:sldMkLst>
        <pc:spChg chg="mod">
          <ac:chgData name="joshitha rani golla" userId="f8c8ab5081d81f05" providerId="LiveId" clId="{E44E5150-09AD-43B6-9325-6EB07D823769}" dt="2026-08-29T08:52:20.100" v="245" actId="20577"/>
          <ac:spMkLst>
            <pc:docMk/>
            <pc:sldMk cId="2245775462" sldId="271"/>
            <ac:spMk id="2" creationId="{B3D51526-2D6F-FB95-C28F-F90A9F8D0EB3}"/>
          </ac:spMkLst>
        </pc:spChg>
        <pc:spChg chg="add del mod">
          <ac:chgData name="joshitha rani golla" userId="f8c8ab5081d81f05" providerId="LiveId" clId="{E44E5150-09AD-43B6-9325-6EB07D823769}" dt="2026-08-29T08:52:21.973" v="247"/>
          <ac:spMkLst>
            <pc:docMk/>
            <pc:sldMk cId="2245775462" sldId="271"/>
            <ac:spMk id="4" creationId="{600C9D1C-B3F9-9AAC-A16B-41AFE99BCBEF}"/>
          </ac:spMkLst>
        </pc:spChg>
      </pc:sldChg>
      <pc:sldChg chg="addSp modSp add del mod">
        <pc:chgData name="joshitha rani golla" userId="f8c8ab5081d81f05" providerId="LiveId" clId="{E44E5150-09AD-43B6-9325-6EB07D823769}" dt="2026-08-29T09:01:45.715" v="470" actId="22"/>
        <pc:sldMkLst>
          <pc:docMk/>
          <pc:sldMk cId="2955941470" sldId="272"/>
        </pc:sldMkLst>
        <pc:spChg chg="mod">
          <ac:chgData name="joshitha rani golla" userId="f8c8ab5081d81f05" providerId="LiveId" clId="{E44E5150-09AD-43B6-9325-6EB07D823769}" dt="2026-08-29T08:55:39.750" v="369" actId="20577"/>
          <ac:spMkLst>
            <pc:docMk/>
            <pc:sldMk cId="2955941470" sldId="272"/>
            <ac:spMk id="2" creationId="{2BEDAA51-8A8B-79D3-FB51-3E0A82AAAB15}"/>
          </ac:spMkLst>
        </pc:spChg>
        <pc:spChg chg="add">
          <ac:chgData name="joshitha rani golla" userId="f8c8ab5081d81f05" providerId="LiveId" clId="{E44E5150-09AD-43B6-9325-6EB07D823769}" dt="2026-08-29T09:01:45.715" v="470" actId="22"/>
          <ac:spMkLst>
            <pc:docMk/>
            <pc:sldMk cId="2955941470" sldId="272"/>
            <ac:spMk id="6" creationId="{EA43B79C-A221-32E8-CF33-6A146DCAC48C}"/>
          </ac:spMkLst>
        </pc:spChg>
      </pc:sldChg>
      <pc:sldChg chg="modSp add del mod">
        <pc:chgData name="joshitha rani golla" userId="f8c8ab5081d81f05" providerId="LiveId" clId="{E44E5150-09AD-43B6-9325-6EB07D823769}" dt="2026-08-29T08:53:15.713" v="293" actId="47"/>
        <pc:sldMkLst>
          <pc:docMk/>
          <pc:sldMk cId="4200798633" sldId="272"/>
        </pc:sldMkLst>
        <pc:spChg chg="mod">
          <ac:chgData name="joshitha rani golla" userId="f8c8ab5081d81f05" providerId="LiveId" clId="{E44E5150-09AD-43B6-9325-6EB07D823769}" dt="2026-08-29T08:52:42.936" v="287" actId="20577"/>
          <ac:spMkLst>
            <pc:docMk/>
            <pc:sldMk cId="4200798633" sldId="272"/>
            <ac:spMk id="2" creationId="{F5F72EA7-2AC6-3B6E-E004-FB1F87B29FC9}"/>
          </ac:spMkLst>
        </pc:spChg>
      </pc:sldChg>
      <pc:sldChg chg="addSp modSp add del mod">
        <pc:chgData name="joshitha rani golla" userId="f8c8ab5081d81f05" providerId="LiveId" clId="{E44E5150-09AD-43B6-9325-6EB07D823769}" dt="2026-08-29T09:01:48.977" v="471" actId="22"/>
        <pc:sldMkLst>
          <pc:docMk/>
          <pc:sldMk cId="677063463" sldId="273"/>
        </pc:sldMkLst>
        <pc:spChg chg="mod">
          <ac:chgData name="joshitha rani golla" userId="f8c8ab5081d81f05" providerId="LiveId" clId="{E44E5150-09AD-43B6-9325-6EB07D823769}" dt="2026-08-29T08:55:58.097" v="380" actId="20577"/>
          <ac:spMkLst>
            <pc:docMk/>
            <pc:sldMk cId="677063463" sldId="273"/>
            <ac:spMk id="2" creationId="{2DE73774-1FD7-1B5D-AACA-6C757A9BE8EF}"/>
          </ac:spMkLst>
        </pc:spChg>
        <pc:spChg chg="add">
          <ac:chgData name="joshitha rani golla" userId="f8c8ab5081d81f05" providerId="LiveId" clId="{E44E5150-09AD-43B6-9325-6EB07D823769}" dt="2026-08-29T09:01:48.977" v="471" actId="22"/>
          <ac:spMkLst>
            <pc:docMk/>
            <pc:sldMk cId="677063463" sldId="273"/>
            <ac:spMk id="6" creationId="{6B7CC331-7570-3D94-89A6-2F878963753A}"/>
          </ac:spMkLst>
        </pc:spChg>
      </pc:sldChg>
      <pc:sldChg chg="addSp modSp add del mod">
        <pc:chgData name="joshitha rani golla" userId="f8c8ab5081d81f05" providerId="LiveId" clId="{E44E5150-09AD-43B6-9325-6EB07D823769}" dt="2026-08-29T09:01:52.812" v="472" actId="22"/>
        <pc:sldMkLst>
          <pc:docMk/>
          <pc:sldMk cId="230300670" sldId="274"/>
        </pc:sldMkLst>
        <pc:spChg chg="mod">
          <ac:chgData name="joshitha rani golla" userId="f8c8ab5081d81f05" providerId="LiveId" clId="{E44E5150-09AD-43B6-9325-6EB07D823769}" dt="2026-08-29T08:56:19.689" v="391" actId="20577"/>
          <ac:spMkLst>
            <pc:docMk/>
            <pc:sldMk cId="230300670" sldId="274"/>
            <ac:spMk id="2" creationId="{2E36A869-9D21-0E64-7110-6B940E2CA1A8}"/>
          </ac:spMkLst>
        </pc:spChg>
        <pc:spChg chg="add">
          <ac:chgData name="joshitha rani golla" userId="f8c8ab5081d81f05" providerId="LiveId" clId="{E44E5150-09AD-43B6-9325-6EB07D823769}" dt="2026-08-29T09:01:52.812" v="472" actId="22"/>
          <ac:spMkLst>
            <pc:docMk/>
            <pc:sldMk cId="230300670" sldId="274"/>
            <ac:spMk id="6" creationId="{75B0C3FC-2957-330B-5E12-1FDAAE58AFFC}"/>
          </ac:spMkLst>
        </pc:spChg>
      </pc:sldChg>
      <pc:sldChg chg="addSp delSp modSp add mod">
        <pc:chgData name="joshitha rani golla" userId="f8c8ab5081d81f05" providerId="LiveId" clId="{E44E5150-09AD-43B6-9325-6EB07D823769}" dt="2026-08-29T08:58:53.381" v="439" actId="14100"/>
        <pc:sldMkLst>
          <pc:docMk/>
          <pc:sldMk cId="3848159078" sldId="275"/>
        </pc:sldMkLst>
        <pc:spChg chg="del">
          <ac:chgData name="joshitha rani golla" userId="f8c8ab5081d81f05" providerId="LiveId" clId="{E44E5150-09AD-43B6-9325-6EB07D823769}" dt="2026-08-29T08:58:45.441" v="436" actId="478"/>
          <ac:spMkLst>
            <pc:docMk/>
            <pc:sldMk cId="3848159078" sldId="275"/>
            <ac:spMk id="2" creationId="{E423EB38-2680-6725-6F9F-919D4ACF8D4D}"/>
          </ac:spMkLst>
        </pc:spChg>
        <pc:spChg chg="del mod">
          <ac:chgData name="joshitha rani golla" userId="f8c8ab5081d81f05" providerId="LiveId" clId="{E44E5150-09AD-43B6-9325-6EB07D823769}" dt="2026-08-29T08:58:40.553" v="435"/>
          <ac:spMkLst>
            <pc:docMk/>
            <pc:sldMk cId="3848159078" sldId="275"/>
            <ac:spMk id="3" creationId="{C241A40B-0AB2-B929-8177-0EFA2BB35902}"/>
          </ac:spMkLst>
        </pc:spChg>
        <pc:spChg chg="add del mod">
          <ac:chgData name="joshitha rani golla" userId="f8c8ab5081d81f05" providerId="LiveId" clId="{E44E5150-09AD-43B6-9325-6EB07D823769}" dt="2026-08-29T08:58:49.711" v="437" actId="478"/>
          <ac:spMkLst>
            <pc:docMk/>
            <pc:sldMk cId="3848159078" sldId="275"/>
            <ac:spMk id="7" creationId="{773416B4-1030-41CF-F6E5-D07EFC77DD47}"/>
          </ac:spMkLst>
        </pc:spChg>
        <pc:picChg chg="add mod">
          <ac:chgData name="joshitha rani golla" userId="f8c8ab5081d81f05" providerId="LiveId" clId="{E44E5150-09AD-43B6-9325-6EB07D823769}" dt="2026-08-29T08:58:53.381" v="439" actId="14100"/>
          <ac:picMkLst>
            <pc:docMk/>
            <pc:sldMk cId="3848159078" sldId="275"/>
            <ac:picMk id="4" creationId="{CF80DB0D-3472-8266-4A83-F635791411A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56E91-E8C8-881C-A426-A87D89E695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2C7656D-5900-A143-D079-BE39DFF750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39C551-03FD-A906-E044-6123E860963C}"/>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5" name="Footer Placeholder 4">
            <a:extLst>
              <a:ext uri="{FF2B5EF4-FFF2-40B4-BE49-F238E27FC236}">
                <a16:creationId xmlns:a16="http://schemas.microsoft.com/office/drawing/2014/main" id="{C624C737-F293-DA97-ED34-9D0FAD5E5B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22CDBF-5F8F-2E5B-AA56-192B41632CFC}"/>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4222581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5D5AF-E62B-F413-48D0-6F646A5B56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B66E00-CCD4-CC1C-5D37-D34BD31033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F288B1-1502-43FB-814C-B08D453336E8}"/>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5" name="Footer Placeholder 4">
            <a:extLst>
              <a:ext uri="{FF2B5EF4-FFF2-40B4-BE49-F238E27FC236}">
                <a16:creationId xmlns:a16="http://schemas.microsoft.com/office/drawing/2014/main" id="{645E7EEB-D281-A025-5857-EDE4068DDE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23EA89-B000-DA71-E760-4BBF8726D7FF}"/>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2889523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B5758-83E6-8049-670F-E6814CB903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5CB02A-330C-39F3-8501-DDA1B5A766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C910F7-EE43-BAB0-9A4D-2A49BA8A24EF}"/>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5" name="Footer Placeholder 4">
            <a:extLst>
              <a:ext uri="{FF2B5EF4-FFF2-40B4-BE49-F238E27FC236}">
                <a16:creationId xmlns:a16="http://schemas.microsoft.com/office/drawing/2014/main" id="{73C902F9-5B77-438C-C15E-3AB887B74D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A1AC5B-0407-F2AC-3C74-4C5B3C24954D}"/>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199750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6E252-EB21-81D8-A83C-F5335501EA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6D4BCC-7E6D-934E-4B5B-E090F5D15D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40D1F1-B2AA-E9E9-149C-F25646674B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7E0618-4426-20C4-5EBB-500D94C9D96B}"/>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6" name="Footer Placeholder 5">
            <a:extLst>
              <a:ext uri="{FF2B5EF4-FFF2-40B4-BE49-F238E27FC236}">
                <a16:creationId xmlns:a16="http://schemas.microsoft.com/office/drawing/2014/main" id="{A019C34F-E0DE-942E-D279-53D325ECB9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0491A2-ABD7-F255-E947-3F492F0D3614}"/>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386083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9EE20-D51B-D902-4A07-6E69E1A64F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9F57E1-EDBE-DFDA-4B30-DA9153A158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363BFC-B130-90D3-5B56-EC44CFF0E4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A36B3D9-91B5-6185-3FBD-B1B13C185D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F82BFD-A558-B39D-1F28-756AEBE2A6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8113E24-4409-395D-8FD8-452E8608C84F}"/>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8" name="Footer Placeholder 7">
            <a:extLst>
              <a:ext uri="{FF2B5EF4-FFF2-40B4-BE49-F238E27FC236}">
                <a16:creationId xmlns:a16="http://schemas.microsoft.com/office/drawing/2014/main" id="{DE3DA71C-49DB-FE99-2DA0-47CF4B77ED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CBBCCC-8F82-9346-B85A-75CA66064D0C}"/>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4048600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03DCB-0EC5-2018-423F-AAACAD2683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BF4DF7-445E-285E-C7FF-D57B20940E17}"/>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4" name="Footer Placeholder 3">
            <a:extLst>
              <a:ext uri="{FF2B5EF4-FFF2-40B4-BE49-F238E27FC236}">
                <a16:creationId xmlns:a16="http://schemas.microsoft.com/office/drawing/2014/main" id="{82D00440-3CA4-3276-87AB-1CFF51F4C6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F5BB0B-789D-D468-C149-D15A6E9DB25F}"/>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1462370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F49999-4E70-5C7E-E770-787170D7106E}"/>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3" name="Footer Placeholder 2">
            <a:extLst>
              <a:ext uri="{FF2B5EF4-FFF2-40B4-BE49-F238E27FC236}">
                <a16:creationId xmlns:a16="http://schemas.microsoft.com/office/drawing/2014/main" id="{7C4B3D42-DF6D-E8F3-8D16-EBF16F231F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E878A5-382A-3BEF-1D8A-818EEAD29045}"/>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2429323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7A37-F578-4F60-3567-E61D3ADEBB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03BB1E-A367-652A-4BB3-1CF9042FD1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2B8AB2-3D67-75B9-E21C-CE5F3A8AD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DC81A6-B4CD-FB7D-55DF-99AB934CF894}"/>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6" name="Footer Placeholder 5">
            <a:extLst>
              <a:ext uri="{FF2B5EF4-FFF2-40B4-BE49-F238E27FC236}">
                <a16:creationId xmlns:a16="http://schemas.microsoft.com/office/drawing/2014/main" id="{2900D90C-DDE0-3D68-8275-11D3D7F66E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CF0DD8-E29B-CE46-DC2E-C7826B055EFE}"/>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1600492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B1AE4-5A5F-E711-CA4A-BD1CD8BC63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6EE8BD-1E5F-0C53-E76B-4F88E74E5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E45285-4372-945A-C5D6-886D45A5D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8F6CFC-8FEC-F691-1017-142E800D93B3}"/>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6" name="Footer Placeholder 5">
            <a:extLst>
              <a:ext uri="{FF2B5EF4-FFF2-40B4-BE49-F238E27FC236}">
                <a16:creationId xmlns:a16="http://schemas.microsoft.com/office/drawing/2014/main" id="{8B98EFA0-163C-EEA8-EC98-5226058D17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E42AF2-73E1-6ADA-23FE-2C90AFE08069}"/>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2218838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337B8-5A41-FD2C-55E3-8A6BB6DFB0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C5F18B-98E3-9816-3308-518A0F857C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46CF48-6E97-A4DC-6A1F-5EDAC8E61C7D}"/>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5" name="Footer Placeholder 4">
            <a:extLst>
              <a:ext uri="{FF2B5EF4-FFF2-40B4-BE49-F238E27FC236}">
                <a16:creationId xmlns:a16="http://schemas.microsoft.com/office/drawing/2014/main" id="{5AC2E61C-0F1F-BEA5-8C41-A58E0A3021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995D31-1815-D97B-1549-D2D1D69EC2D6}"/>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1570119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D5367D-4197-3110-133B-DA22275490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F284A9-AEDC-BA25-4CD3-1C73F302A4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BB297E-FB1B-DCA2-D743-412EE3FEA73B}"/>
              </a:ext>
            </a:extLst>
          </p:cNvPr>
          <p:cNvSpPr>
            <a:spLocks noGrp="1"/>
          </p:cNvSpPr>
          <p:nvPr>
            <p:ph type="dt" sz="half" idx="10"/>
          </p:nvPr>
        </p:nvSpPr>
        <p:spPr/>
        <p:txBody>
          <a:bodyPr/>
          <a:lstStyle/>
          <a:p>
            <a:fld id="{AB0C03E0-1F0C-4723-A038-8EB8071FC73A}" type="datetimeFigureOut">
              <a:rPr lang="en-IN" smtClean="0"/>
              <a:t>30-09-2026</a:t>
            </a:fld>
            <a:endParaRPr lang="en-IN"/>
          </a:p>
        </p:txBody>
      </p:sp>
      <p:sp>
        <p:nvSpPr>
          <p:cNvPr id="5" name="Footer Placeholder 4">
            <a:extLst>
              <a:ext uri="{FF2B5EF4-FFF2-40B4-BE49-F238E27FC236}">
                <a16:creationId xmlns:a16="http://schemas.microsoft.com/office/drawing/2014/main" id="{E6DA9509-39D9-9C50-28E0-899CF40787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0A754D-8B3B-31CD-5319-92B421BA297B}"/>
              </a:ext>
            </a:extLst>
          </p:cNvPr>
          <p:cNvSpPr>
            <a:spLocks noGrp="1"/>
          </p:cNvSpPr>
          <p:nvPr>
            <p:ph type="sldNum" sz="quarter" idx="12"/>
          </p:nvPr>
        </p:nvSpPr>
        <p:spPr/>
        <p:txBody>
          <a:bodyPr/>
          <a:lstStyle/>
          <a:p>
            <a:fld id="{DC8B9E83-66D3-4A61-BBD5-4831F9374B31}" type="slidenum">
              <a:rPr lang="en-IN" smtClean="0"/>
              <a:t>‹#›</a:t>
            </a:fld>
            <a:endParaRPr lang="en-IN"/>
          </a:p>
        </p:txBody>
      </p:sp>
    </p:spTree>
    <p:extLst>
      <p:ext uri="{BB962C8B-B14F-4D97-AF65-F5344CB8AC3E}">
        <p14:creationId xmlns:p14="http://schemas.microsoft.com/office/powerpoint/2010/main" val="1991142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236E23-A4A6-0462-FD6E-2115BEC117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2922F4-D9A6-9073-AAE3-0E072EA3DE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49772B-7F8D-F559-3350-DFFFB39EF7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0C03E0-1F0C-4723-A038-8EB8071FC73A}" type="datetimeFigureOut">
              <a:rPr lang="en-IN" smtClean="0"/>
              <a:t>30-09-2026</a:t>
            </a:fld>
            <a:endParaRPr lang="en-IN"/>
          </a:p>
        </p:txBody>
      </p:sp>
      <p:sp>
        <p:nvSpPr>
          <p:cNvPr id="5" name="Footer Placeholder 4">
            <a:extLst>
              <a:ext uri="{FF2B5EF4-FFF2-40B4-BE49-F238E27FC236}">
                <a16:creationId xmlns:a16="http://schemas.microsoft.com/office/drawing/2014/main" id="{74DEE949-1003-5EC3-024E-2D6E278D3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F9D9EFA-CEF0-2528-15BD-76DC15BC39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8B9E83-66D3-4A61-BBD5-4831F9374B31}" type="slidenum">
              <a:rPr lang="en-IN" smtClean="0"/>
              <a:t>‹#›</a:t>
            </a:fld>
            <a:endParaRPr lang="en-IN"/>
          </a:p>
        </p:txBody>
      </p:sp>
    </p:spTree>
    <p:extLst>
      <p:ext uri="{BB962C8B-B14F-4D97-AF65-F5344CB8AC3E}">
        <p14:creationId xmlns:p14="http://schemas.microsoft.com/office/powerpoint/2010/main" val="1697044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B3314B85-8F5E-320E-2B45-6276EC5D89F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2046536" y="160445"/>
            <a:ext cx="7854565" cy="1040730"/>
          </a:xfrm>
          <a:prstGeom prst="rect">
            <a:avLst/>
          </a:prstGeom>
          <a:ln>
            <a:noFill/>
          </a:ln>
        </p:spPr>
      </p:pic>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958304E-A210-B669-511F-85E0BFAF827D}"/>
              </a:ext>
            </a:extLst>
          </p:cNvPr>
          <p:cNvSpPr txBox="1"/>
          <p:nvPr/>
        </p:nvSpPr>
        <p:spPr>
          <a:xfrm>
            <a:off x="1562766" y="1509985"/>
            <a:ext cx="8824452" cy="1200329"/>
          </a:xfrm>
          <a:prstGeom prst="rect">
            <a:avLst/>
          </a:prstGeom>
          <a:noFill/>
        </p:spPr>
        <p:txBody>
          <a:bodyPr wrap="square" rtlCol="0">
            <a:spAutoFit/>
          </a:bodyPr>
          <a:lstStyle/>
          <a:p>
            <a:pPr algn="ctr"/>
            <a:r>
              <a:rPr lang="en-US" sz="3600" b="1" dirty="0">
                <a:solidFill>
                  <a:schemeClr val="tx2"/>
                </a:solidFill>
              </a:rPr>
              <a:t>Model Evaluation &amp; Comparison </a:t>
            </a:r>
            <a:br>
              <a:rPr lang="en-US" sz="3600" b="1" dirty="0">
                <a:solidFill>
                  <a:schemeClr val="tx2"/>
                </a:solidFill>
              </a:rPr>
            </a:br>
            <a:r>
              <a:rPr lang="en-US" sz="3600" b="1" dirty="0">
                <a:solidFill>
                  <a:schemeClr val="tx2"/>
                </a:solidFill>
              </a:rPr>
              <a:t>System Using ML</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BAB500E-1F4C-D238-E5E4-6ACC371C622B}"/>
              </a:ext>
            </a:extLst>
          </p:cNvPr>
          <p:cNvSpPr txBox="1"/>
          <p:nvPr/>
        </p:nvSpPr>
        <p:spPr>
          <a:xfrm>
            <a:off x="1944171" y="2915607"/>
            <a:ext cx="7512659" cy="2800767"/>
          </a:xfrm>
          <a:prstGeom prst="rect">
            <a:avLst/>
          </a:prstGeom>
          <a:noFill/>
        </p:spPr>
        <p:txBody>
          <a:bodyPr wrap="square" rtlCol="0">
            <a:spAutoFit/>
          </a:bodyPr>
          <a:lstStyle/>
          <a:p>
            <a:pPr algn="ctr"/>
            <a:r>
              <a:rPr lang="en-US" dirty="0"/>
              <a:t>    </a:t>
            </a:r>
            <a:r>
              <a:rPr lang="en-US" sz="2200" b="1" dirty="0">
                <a:solidFill>
                  <a:srgbClr val="002060"/>
                </a:solidFill>
                <a:latin typeface="Times New Roman" panose="02020603050405020304" pitchFamily="18" charset="0"/>
                <a:cs typeface="Times New Roman" panose="02020603050405020304" pitchFamily="18" charset="0"/>
              </a:rPr>
              <a:t>Presented By</a:t>
            </a:r>
          </a:p>
          <a:p>
            <a:pPr algn="ctr"/>
            <a:endParaRPr lang="en-IN" sz="2200" b="1" dirty="0">
              <a:solidFill>
                <a:srgbClr val="002060"/>
              </a:solidFill>
              <a:latin typeface="Times New Roman" panose="02020603050405020304" pitchFamily="18" charset="0"/>
              <a:cs typeface="Times New Roman" panose="02020603050405020304" pitchFamily="18" charset="0"/>
            </a:endParaRPr>
          </a:p>
          <a:p>
            <a:pPr algn="ctr"/>
            <a:r>
              <a:rPr lang="en-IN" sz="2200" dirty="0">
                <a:solidFill>
                  <a:srgbClr val="002060"/>
                </a:solidFill>
                <a:latin typeface="Times New Roman" panose="02020603050405020304" pitchFamily="18" charset="0"/>
                <a:cs typeface="Times New Roman" panose="02020603050405020304" pitchFamily="18" charset="0"/>
              </a:rPr>
              <a:t>24B11CS403- </a:t>
            </a:r>
            <a:r>
              <a:rPr lang="en-IN" sz="2200" dirty="0" err="1">
                <a:solidFill>
                  <a:srgbClr val="002060"/>
                </a:solidFill>
                <a:latin typeface="Times New Roman" panose="02020603050405020304" pitchFamily="18" charset="0"/>
                <a:cs typeface="Times New Roman" panose="02020603050405020304" pitchFamily="18" charset="0"/>
              </a:rPr>
              <a:t>Salavam</a:t>
            </a:r>
            <a:r>
              <a:rPr lang="en-IN" sz="2200" dirty="0">
                <a:solidFill>
                  <a:srgbClr val="002060"/>
                </a:solidFill>
                <a:latin typeface="Times New Roman" panose="02020603050405020304" pitchFamily="18" charset="0"/>
                <a:cs typeface="Times New Roman" panose="02020603050405020304" pitchFamily="18" charset="0"/>
              </a:rPr>
              <a:t> Vasanthi</a:t>
            </a:r>
          </a:p>
          <a:p>
            <a:pPr algn="ctr"/>
            <a:r>
              <a:rPr lang="en-IN" sz="2200" dirty="0">
                <a:solidFill>
                  <a:srgbClr val="002060"/>
                </a:solidFill>
                <a:latin typeface="Times New Roman" panose="02020603050405020304" pitchFamily="18" charset="0"/>
                <a:cs typeface="Times New Roman" panose="02020603050405020304" pitchFamily="18" charset="0"/>
              </a:rPr>
              <a:t>24B11CS539- </a:t>
            </a:r>
            <a:r>
              <a:rPr lang="en-IN" sz="2200" dirty="0" err="1">
                <a:solidFill>
                  <a:srgbClr val="002060"/>
                </a:solidFill>
                <a:latin typeface="Times New Roman" panose="02020603050405020304" pitchFamily="18" charset="0"/>
                <a:cs typeface="Times New Roman" panose="02020603050405020304" pitchFamily="18" charset="0"/>
              </a:rPr>
              <a:t>Chipimo</a:t>
            </a:r>
            <a:r>
              <a:rPr lang="en-IN" sz="2200" dirty="0">
                <a:solidFill>
                  <a:srgbClr val="002060"/>
                </a:solidFill>
                <a:latin typeface="Times New Roman" panose="02020603050405020304" pitchFamily="18" charset="0"/>
                <a:cs typeface="Times New Roman" panose="02020603050405020304" pitchFamily="18" charset="0"/>
              </a:rPr>
              <a:t> Takudzwa</a:t>
            </a:r>
          </a:p>
          <a:p>
            <a:pPr algn="ctr"/>
            <a:r>
              <a:rPr lang="en-IN" sz="2200" dirty="0">
                <a:solidFill>
                  <a:srgbClr val="002060"/>
                </a:solidFill>
                <a:latin typeface="Times New Roman" panose="02020603050405020304" pitchFamily="18" charset="0"/>
                <a:cs typeface="Times New Roman" panose="02020603050405020304" pitchFamily="18" charset="0"/>
              </a:rPr>
              <a:t>24B11CS540- </a:t>
            </a:r>
            <a:r>
              <a:rPr lang="en-IN" sz="2200" dirty="0" err="1">
                <a:solidFill>
                  <a:srgbClr val="002060"/>
                </a:solidFill>
                <a:latin typeface="Times New Roman" panose="02020603050405020304" pitchFamily="18" charset="0"/>
                <a:cs typeface="Times New Roman" panose="02020603050405020304" pitchFamily="18" charset="0"/>
              </a:rPr>
              <a:t>Ruvoko</a:t>
            </a:r>
            <a:r>
              <a:rPr lang="en-IN" sz="2200" dirty="0">
                <a:solidFill>
                  <a:srgbClr val="002060"/>
                </a:solidFill>
                <a:latin typeface="Times New Roman" panose="02020603050405020304" pitchFamily="18" charset="0"/>
                <a:cs typeface="Times New Roman" panose="02020603050405020304" pitchFamily="18" charset="0"/>
              </a:rPr>
              <a:t> </a:t>
            </a:r>
            <a:r>
              <a:rPr lang="en-IN" sz="2200" dirty="0" err="1">
                <a:solidFill>
                  <a:srgbClr val="002060"/>
                </a:solidFill>
                <a:latin typeface="Times New Roman" panose="02020603050405020304" pitchFamily="18" charset="0"/>
                <a:cs typeface="Times New Roman" panose="02020603050405020304" pitchFamily="18" charset="0"/>
              </a:rPr>
              <a:t>Joyleen.R</a:t>
            </a:r>
            <a:endParaRPr lang="en-IN" sz="2200" dirty="0">
              <a:solidFill>
                <a:srgbClr val="002060"/>
              </a:solidFill>
              <a:latin typeface="Times New Roman" panose="02020603050405020304" pitchFamily="18" charset="0"/>
              <a:cs typeface="Times New Roman" panose="02020603050405020304" pitchFamily="18" charset="0"/>
            </a:endParaRPr>
          </a:p>
          <a:p>
            <a:pPr algn="ctr"/>
            <a:r>
              <a:rPr lang="en-IN" sz="2200" dirty="0">
                <a:solidFill>
                  <a:srgbClr val="002060"/>
                </a:solidFill>
                <a:latin typeface="Times New Roman" panose="02020603050405020304" pitchFamily="18" charset="0"/>
                <a:cs typeface="Times New Roman" panose="02020603050405020304" pitchFamily="18" charset="0"/>
              </a:rPr>
              <a:t>24B11CS546- </a:t>
            </a:r>
            <a:r>
              <a:rPr lang="en-IN" sz="2200" dirty="0" err="1">
                <a:solidFill>
                  <a:srgbClr val="002060"/>
                </a:solidFill>
                <a:latin typeface="Times New Roman" panose="02020603050405020304" pitchFamily="18" charset="0"/>
                <a:cs typeface="Times New Roman" panose="02020603050405020304" pitchFamily="18" charset="0"/>
              </a:rPr>
              <a:t>Mangwayana</a:t>
            </a:r>
            <a:r>
              <a:rPr lang="en-IN" sz="2200" dirty="0">
                <a:solidFill>
                  <a:srgbClr val="002060"/>
                </a:solidFill>
                <a:latin typeface="Times New Roman" panose="02020603050405020304" pitchFamily="18" charset="0"/>
                <a:cs typeface="Times New Roman" panose="02020603050405020304" pitchFamily="18" charset="0"/>
              </a:rPr>
              <a:t> Believe</a:t>
            </a:r>
          </a:p>
          <a:p>
            <a:pPr algn="ctr"/>
            <a:r>
              <a:rPr lang="en-IN" sz="2200" dirty="0">
                <a:solidFill>
                  <a:srgbClr val="002060"/>
                </a:solidFill>
                <a:latin typeface="Times New Roman" panose="02020603050405020304" pitchFamily="18" charset="0"/>
                <a:cs typeface="Times New Roman" panose="02020603050405020304" pitchFamily="18" charset="0"/>
              </a:rPr>
              <a:t> </a:t>
            </a:r>
          </a:p>
          <a:p>
            <a:pPr algn="ctr"/>
            <a:endParaRPr lang="en-US"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4169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23FA4-B689-CADF-0B47-B29CE860E074}"/>
              </a:ext>
            </a:extLst>
          </p:cNvPr>
          <p:cNvSpPr>
            <a:spLocks noGrp="1"/>
          </p:cNvSpPr>
          <p:nvPr>
            <p:ph type="title"/>
          </p:nvPr>
        </p:nvSpPr>
        <p:spPr>
          <a:xfrm>
            <a:off x="2782528" y="325796"/>
            <a:ext cx="6243485" cy="1325563"/>
          </a:xfrm>
        </p:spPr>
        <p:txBody>
          <a:bodyPr/>
          <a:lstStyle/>
          <a:p>
            <a:pPr algn="ctr"/>
            <a:r>
              <a:rPr lang="en-US" dirty="0">
                <a:solidFill>
                  <a:srgbClr val="0070C0"/>
                </a:solidFill>
                <a:latin typeface="Times New Roman" panose="02020603050405020304" pitchFamily="18" charset="0"/>
                <a:cs typeface="Times New Roman" panose="02020603050405020304" pitchFamily="18" charset="0"/>
              </a:rPr>
              <a:t>Abstract</a:t>
            </a:r>
            <a:br>
              <a:rPr lang="en-US" dirty="0">
                <a:solidFill>
                  <a:srgbClr val="002060"/>
                </a:solidFill>
                <a:latin typeface="Times New Roman" panose="02020603050405020304" pitchFamily="18" charset="0"/>
                <a:cs typeface="Times New Roman" panose="02020603050405020304" pitchFamily="18" charset="0"/>
              </a:rPr>
            </a:br>
            <a:endParaRPr lang="en-IN"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621DB1-A8F4-3B03-EFD7-1E0E75B85079}"/>
              </a:ext>
            </a:extLst>
          </p:cNvPr>
          <p:cNvSpPr>
            <a:spLocks noGrp="1"/>
          </p:cNvSpPr>
          <p:nvPr>
            <p:ph idx="1"/>
          </p:nvPr>
        </p:nvSpPr>
        <p:spPr>
          <a:xfrm>
            <a:off x="779318" y="1517073"/>
            <a:ext cx="10574482" cy="4659890"/>
          </a:xfrm>
        </p:spPr>
        <p:txBody>
          <a:bodyPr>
            <a:normAutofit fontScale="92500" lnSpcReduction="10000"/>
          </a:bodyPr>
          <a:lstStyle/>
          <a:p>
            <a:pPr marL="0" indent="0">
              <a:buNone/>
            </a:pPr>
            <a:r>
              <a:rPr lang="en-IN" dirty="0"/>
              <a:t>The increasing use of </a:t>
            </a:r>
            <a:r>
              <a:rPr lang="en-IN" b="1" dirty="0"/>
              <a:t>machine learning (ML)</a:t>
            </a:r>
            <a:r>
              <a:rPr lang="en-IN" dirty="0"/>
              <a:t> across various domains has resulted in a wide range of algorithms, making it challenging to select the most suitable model for a given dataset. This project proposes a </a:t>
            </a:r>
            <a:r>
              <a:rPr lang="en-IN" b="1" dirty="0"/>
              <a:t>Model Evaluation and Comparison System (MECS)</a:t>
            </a:r>
            <a:r>
              <a:rPr lang="en-IN" dirty="0"/>
              <a:t> that provides a systematic platform for </a:t>
            </a:r>
            <a:r>
              <a:rPr lang="en-IN" b="1" dirty="0"/>
              <a:t>data preprocessing, model training, evaluation, and comparison</a:t>
            </a:r>
            <a:r>
              <a:rPr lang="en-IN" dirty="0"/>
              <a:t>. The system will train multiple supervised learning algorithms on a selected dataset and assess their predictive performance using metrics such as </a:t>
            </a:r>
            <a:r>
              <a:rPr lang="en-IN" b="1" dirty="0"/>
              <a:t>accuracy, precision, recall, F1-score, and RMSE</a:t>
            </a:r>
            <a:r>
              <a:rPr lang="en-IN" dirty="0"/>
              <a:t>, depending on the ML task. The results will be presented through comparative tables and visualizations, allowing users to analyse the strengths and limitations of each model. Based on the evaluation results, the system will </a:t>
            </a:r>
            <a:r>
              <a:rPr lang="en-IN" b="1" dirty="0"/>
              <a:t>rank and recommend the most suitable model</a:t>
            </a:r>
            <a:r>
              <a:rPr lang="en-IN" dirty="0"/>
              <a:t>, providing an efficient decision-support tool for machine learning model selection and performance analysis.</a:t>
            </a:r>
          </a:p>
          <a:p>
            <a:pPr marL="0" indent="0" algn="just">
              <a:lnSpc>
                <a:spcPct val="150000"/>
              </a:lnSpc>
              <a:spcAft>
                <a:spcPts val="1200"/>
              </a:spcAft>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1640092-E012-ED2F-DC17-AE7ABEA52619}"/>
              </a:ext>
            </a:extLst>
          </p:cNvPr>
          <p:cNvPicPr>
            <a:picLocks noChangeAspect="1"/>
          </p:cNvPicPr>
          <p:nvPr/>
        </p:nvPicPr>
        <p:blipFill>
          <a:blip r:embed="rId2"/>
          <a:stretch>
            <a:fillRect/>
          </a:stretch>
        </p:blipFill>
        <p:spPr>
          <a:xfrm>
            <a:off x="108155" y="230188"/>
            <a:ext cx="2123768" cy="849507"/>
          </a:xfrm>
          <a:prstGeom prst="rect">
            <a:avLst/>
          </a:prstGeom>
        </p:spPr>
      </p:pic>
      <p:sp>
        <p:nvSpPr>
          <p:cNvPr id="7" name="TextBox 6">
            <a:extLst>
              <a:ext uri="{FF2B5EF4-FFF2-40B4-BE49-F238E27FC236}">
                <a16:creationId xmlns:a16="http://schemas.microsoft.com/office/drawing/2014/main" id="{16C7986A-6829-8E78-1075-3A37CCBC56DD}"/>
              </a:ext>
            </a:extLst>
          </p:cNvPr>
          <p:cNvSpPr txBox="1"/>
          <p:nvPr/>
        </p:nvSpPr>
        <p:spPr>
          <a:xfrm>
            <a:off x="329772" y="6245009"/>
            <a:ext cx="4907049" cy="369332"/>
          </a:xfrm>
          <a:prstGeom prst="rect">
            <a:avLst/>
          </a:prstGeom>
          <a:noFill/>
        </p:spPr>
        <p:txBody>
          <a:bodyPr wrap="none" rtlCol="0">
            <a:spAutoFit/>
          </a:bodyPr>
          <a:lstStyle/>
          <a:p>
            <a:r>
              <a:rPr lang="en-US" dirty="0"/>
              <a:t>Model Evaluation &amp; Comparison System Using ML </a:t>
            </a:r>
            <a:endParaRPr lang="en-IN" dirty="0"/>
          </a:p>
        </p:txBody>
      </p:sp>
    </p:spTree>
    <p:extLst>
      <p:ext uri="{BB962C8B-B14F-4D97-AF65-F5344CB8AC3E}">
        <p14:creationId xmlns:p14="http://schemas.microsoft.com/office/powerpoint/2010/main" val="2669086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05B30-39BB-3BE8-72AA-886295A87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1866F-58B2-1F76-34AE-FDFF037FA797}"/>
              </a:ext>
            </a:extLst>
          </p:cNvPr>
          <p:cNvSpPr>
            <a:spLocks noGrp="1"/>
          </p:cNvSpPr>
          <p:nvPr>
            <p:ph type="title"/>
          </p:nvPr>
        </p:nvSpPr>
        <p:spPr>
          <a:xfrm>
            <a:off x="2782528" y="325796"/>
            <a:ext cx="6243485" cy="1325563"/>
          </a:xfrm>
        </p:spPr>
        <p:txBody>
          <a:bodyPr/>
          <a:lstStyle/>
          <a:p>
            <a:pPr algn="ctr"/>
            <a:r>
              <a:rPr lang="en-US" dirty="0">
                <a:solidFill>
                  <a:srgbClr val="0070C0"/>
                </a:solidFill>
                <a:latin typeface="Times New Roman" panose="02020603050405020304" pitchFamily="18" charset="0"/>
                <a:cs typeface="Times New Roman" panose="02020603050405020304" pitchFamily="18" charset="0"/>
              </a:rPr>
              <a:t>INTRODUCTION</a:t>
            </a:r>
            <a:br>
              <a:rPr lang="en-US" dirty="0">
                <a:solidFill>
                  <a:srgbClr val="002060"/>
                </a:solidFill>
                <a:latin typeface="Times New Roman" panose="02020603050405020304" pitchFamily="18" charset="0"/>
                <a:cs typeface="Times New Roman" panose="02020603050405020304" pitchFamily="18" charset="0"/>
              </a:rPr>
            </a:br>
            <a:endParaRPr lang="en-IN"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880946D-CD0E-31D9-BBC7-948B681417A9}"/>
              </a:ext>
            </a:extLst>
          </p:cNvPr>
          <p:cNvSpPr>
            <a:spLocks noGrp="1"/>
          </p:cNvSpPr>
          <p:nvPr>
            <p:ph idx="1"/>
          </p:nvPr>
        </p:nvSpPr>
        <p:spPr>
          <a:xfrm>
            <a:off x="779318" y="1517073"/>
            <a:ext cx="10574482" cy="4659890"/>
          </a:xfrm>
        </p:spPr>
        <p:txBody>
          <a:bodyPr>
            <a:normAutofit/>
          </a:bodyPr>
          <a:lstStyle/>
          <a:p>
            <a:pPr lvl="0"/>
            <a:r>
              <a:rPr lang="en-IN" sz="2400" dirty="0"/>
              <a:t>Machine Learning offers multiple algorithms for solving the same problem, making model selection challenging.</a:t>
            </a:r>
          </a:p>
          <a:p>
            <a:pPr lvl="0"/>
            <a:r>
              <a:rPr lang="en-IN" sz="2400" b="1" dirty="0"/>
              <a:t>MECS</a:t>
            </a:r>
            <a:r>
              <a:rPr lang="en-IN" sz="2400" dirty="0"/>
              <a:t> is a system designed to automatically </a:t>
            </a:r>
            <a:r>
              <a:rPr lang="en-IN" sz="2400" b="1" dirty="0"/>
              <a:t>train, evaluate, and compare</a:t>
            </a:r>
            <a:r>
              <a:rPr lang="en-IN" sz="2400" dirty="0"/>
              <a:t> multiple machine learning models.</a:t>
            </a:r>
          </a:p>
          <a:p>
            <a:pPr lvl="0"/>
            <a:r>
              <a:rPr lang="en-IN" sz="2400" dirty="0"/>
              <a:t>A </a:t>
            </a:r>
            <a:r>
              <a:rPr lang="en-IN" sz="2400" b="1" dirty="0"/>
              <a:t>Heart Disease Dataset</a:t>
            </a:r>
            <a:r>
              <a:rPr lang="en-IN" sz="2400" dirty="0"/>
              <a:t> was used to demonstrate the system.</a:t>
            </a:r>
          </a:p>
          <a:p>
            <a:pPr lvl="0"/>
            <a:r>
              <a:rPr lang="en-IN" sz="2400" dirty="0"/>
              <a:t>Five classification models were implemented: </a:t>
            </a:r>
            <a:r>
              <a:rPr lang="en-IN" sz="2400" b="1" dirty="0"/>
              <a:t>Logistic Regression, SVM, KNN, Decision Tree, and Random Forest</a:t>
            </a:r>
            <a:r>
              <a:rPr lang="en-IN" sz="2400" dirty="0"/>
              <a:t>.</a:t>
            </a:r>
          </a:p>
          <a:p>
            <a:pPr lvl="0"/>
            <a:r>
              <a:rPr lang="en-IN" sz="2400" dirty="0"/>
              <a:t>Models are compared using </a:t>
            </a:r>
            <a:r>
              <a:rPr lang="en-IN" sz="2400" b="1" dirty="0"/>
              <a:t>Accuracy, Precision, Recall, F1-Score, and ROC-AUC</a:t>
            </a:r>
            <a:r>
              <a:rPr lang="en-IN" sz="2400" dirty="0"/>
              <a:t>.</a:t>
            </a:r>
          </a:p>
          <a:p>
            <a:pPr lvl="0"/>
            <a:r>
              <a:rPr lang="en-IN" sz="2400" dirty="0"/>
              <a:t>An interactive </a:t>
            </a:r>
            <a:r>
              <a:rPr lang="en-IN" sz="2400" b="1" dirty="0"/>
              <a:t>Streamlit dashboard</a:t>
            </a:r>
            <a:r>
              <a:rPr lang="en-IN" sz="2400" dirty="0"/>
              <a:t> provides tables, charts, confusion matrices, ROC curves, and model insights.</a:t>
            </a:r>
          </a:p>
          <a:p>
            <a:pPr marL="0" indent="0" algn="just">
              <a:lnSpc>
                <a:spcPct val="150000"/>
              </a:lnSpc>
              <a:spcAft>
                <a:spcPts val="1200"/>
              </a:spcAft>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FCB0798-1E93-9F0B-DE78-9619FEA203F6}"/>
              </a:ext>
            </a:extLst>
          </p:cNvPr>
          <p:cNvPicPr>
            <a:picLocks noChangeAspect="1"/>
          </p:cNvPicPr>
          <p:nvPr/>
        </p:nvPicPr>
        <p:blipFill>
          <a:blip r:embed="rId2"/>
          <a:stretch>
            <a:fillRect/>
          </a:stretch>
        </p:blipFill>
        <p:spPr>
          <a:xfrm>
            <a:off x="108155" y="230188"/>
            <a:ext cx="2123768" cy="849507"/>
          </a:xfrm>
          <a:prstGeom prst="rect">
            <a:avLst/>
          </a:prstGeom>
        </p:spPr>
      </p:pic>
      <p:sp>
        <p:nvSpPr>
          <p:cNvPr id="6" name="TextBox 5">
            <a:extLst>
              <a:ext uri="{FF2B5EF4-FFF2-40B4-BE49-F238E27FC236}">
                <a16:creationId xmlns:a16="http://schemas.microsoft.com/office/drawing/2014/main" id="{67EB8B74-7CB7-186B-9F1A-62E06B220596}"/>
              </a:ext>
            </a:extLst>
          </p:cNvPr>
          <p:cNvSpPr txBox="1"/>
          <p:nvPr/>
        </p:nvSpPr>
        <p:spPr>
          <a:xfrm>
            <a:off x="329772" y="6245009"/>
            <a:ext cx="1362361" cy="369332"/>
          </a:xfrm>
          <a:prstGeom prst="rect">
            <a:avLst/>
          </a:prstGeom>
          <a:noFill/>
        </p:spPr>
        <p:txBody>
          <a:bodyPr wrap="none" rtlCol="0">
            <a:spAutoFit/>
          </a:bodyPr>
          <a:lstStyle/>
          <a:p>
            <a:r>
              <a:rPr lang="en-US" dirty="0"/>
              <a:t>Project Title </a:t>
            </a:r>
            <a:endParaRPr lang="en-IN" dirty="0"/>
          </a:p>
        </p:txBody>
      </p:sp>
    </p:spTree>
    <p:extLst>
      <p:ext uri="{BB962C8B-B14F-4D97-AF65-F5344CB8AC3E}">
        <p14:creationId xmlns:p14="http://schemas.microsoft.com/office/powerpoint/2010/main" val="1132676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655AE-4C05-2E08-AEB6-1F07462DA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3EFB7-1F85-0B4B-5E3A-C6BCBA889AD6}"/>
              </a:ext>
            </a:extLst>
          </p:cNvPr>
          <p:cNvSpPr>
            <a:spLocks noGrp="1"/>
          </p:cNvSpPr>
          <p:nvPr>
            <p:ph type="title"/>
          </p:nvPr>
        </p:nvSpPr>
        <p:spPr>
          <a:xfrm>
            <a:off x="2782528" y="325796"/>
            <a:ext cx="6243485" cy="1325563"/>
          </a:xfrm>
        </p:spPr>
        <p:txBody>
          <a:bodyPr/>
          <a:lstStyle/>
          <a:p>
            <a:pPr algn="ctr"/>
            <a:r>
              <a:rPr lang="en-US" dirty="0">
                <a:solidFill>
                  <a:srgbClr val="0070C0"/>
                </a:solidFill>
                <a:latin typeface="Times New Roman" panose="02020603050405020304" pitchFamily="18" charset="0"/>
                <a:cs typeface="Times New Roman" panose="02020603050405020304" pitchFamily="18" charset="0"/>
              </a:rPr>
              <a:t>METHODOLOGY</a:t>
            </a:r>
            <a:br>
              <a:rPr lang="en-US" dirty="0">
                <a:solidFill>
                  <a:srgbClr val="002060"/>
                </a:solidFill>
                <a:latin typeface="Times New Roman" panose="02020603050405020304" pitchFamily="18" charset="0"/>
                <a:cs typeface="Times New Roman" panose="02020603050405020304" pitchFamily="18" charset="0"/>
              </a:rPr>
            </a:br>
            <a:endParaRPr lang="en-IN"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143E19-69B5-707D-844C-181188165249}"/>
              </a:ext>
            </a:extLst>
          </p:cNvPr>
          <p:cNvSpPr>
            <a:spLocks noGrp="1"/>
          </p:cNvSpPr>
          <p:nvPr>
            <p:ph idx="1"/>
          </p:nvPr>
        </p:nvSpPr>
        <p:spPr>
          <a:xfrm>
            <a:off x="779318" y="1517073"/>
            <a:ext cx="10574482" cy="4659890"/>
          </a:xfrm>
        </p:spPr>
        <p:txBody>
          <a:bodyPr>
            <a:normAutofit fontScale="92500" lnSpcReduction="10000"/>
          </a:bodyPr>
          <a:lstStyle/>
          <a:p>
            <a:r>
              <a:rPr lang="en-IN" sz="2400" dirty="0"/>
              <a:t>The proposed </a:t>
            </a:r>
            <a:r>
              <a:rPr lang="en-IN" sz="2400" b="1" dirty="0"/>
              <a:t>Model Evaluation and Comparison System (MECS)</a:t>
            </a:r>
            <a:r>
              <a:rPr lang="en-IN" sz="2400" dirty="0"/>
              <a:t> will be developed through the following stages:</a:t>
            </a:r>
          </a:p>
          <a:p>
            <a:r>
              <a:rPr lang="en-IN" sz="2400" b="1" dirty="0"/>
              <a:t>Dataset Selection &amp; Preprocessing:</a:t>
            </a:r>
            <a:r>
              <a:rPr lang="en-IN" sz="2400" dirty="0"/>
              <a:t> Select a suitable dataset and prepare it by handling missing values, encoding categorical data, and scaling features where necessary. The dataset will then be divided into training and testing sets.</a:t>
            </a:r>
          </a:p>
          <a:p>
            <a:r>
              <a:rPr lang="en-IN" sz="2400" b="1" dirty="0"/>
              <a:t>Model Training:</a:t>
            </a:r>
            <a:r>
              <a:rPr lang="en-IN" sz="2400" dirty="0"/>
              <a:t> Train multiple machine learning algorithms, such as </a:t>
            </a:r>
            <a:r>
              <a:rPr lang="en-IN" sz="2400" b="1" dirty="0"/>
              <a:t>Logistic Regression, Decision Tree, Random Forest, KNN, and SVM</a:t>
            </a:r>
            <a:r>
              <a:rPr lang="en-IN" sz="2400" dirty="0"/>
              <a:t>, using the same training dataset to ensure a fair comparison.</a:t>
            </a:r>
          </a:p>
          <a:p>
            <a:r>
              <a:rPr lang="en-IN" sz="2400" b="1" dirty="0"/>
              <a:t>Model Evaluation:</a:t>
            </a:r>
            <a:r>
              <a:rPr lang="en-IN" sz="2400" dirty="0"/>
              <a:t> Test each trained model and measure its performance using appropriate metrics such as </a:t>
            </a:r>
            <a:r>
              <a:rPr lang="en-IN" sz="2400" b="1" dirty="0"/>
              <a:t>accuracy, precision, recall, F1-score, and confusion matrix</a:t>
            </a:r>
            <a:r>
              <a:rPr lang="en-IN" sz="2400" dirty="0"/>
              <a:t>.</a:t>
            </a:r>
          </a:p>
          <a:p>
            <a:r>
              <a:rPr lang="en-IN" sz="2400" b="1" dirty="0"/>
              <a:t>Model Comparison &amp; Visualization:</a:t>
            </a:r>
            <a:r>
              <a:rPr lang="en-IN" sz="2400" dirty="0"/>
              <a:t> Compare the performance of all models using </a:t>
            </a:r>
            <a:r>
              <a:rPr lang="en-IN" sz="2400" b="1" dirty="0"/>
              <a:t>tables, charts, and graphs</a:t>
            </a:r>
            <a:r>
              <a:rPr lang="en-IN" sz="2400" dirty="0"/>
              <a:t> to clearly identify their strengths and weaknesses.</a:t>
            </a:r>
          </a:p>
          <a:p>
            <a:r>
              <a:rPr lang="en-IN" sz="2400" b="1" dirty="0"/>
              <a:t>Model Ranking &amp; Recommendation:</a:t>
            </a:r>
            <a:r>
              <a:rPr lang="en-IN" sz="2400" dirty="0"/>
              <a:t> Rank the models based on their evaluation results and recommend the </a:t>
            </a:r>
            <a:r>
              <a:rPr lang="en-IN" sz="2400" b="1" dirty="0"/>
              <a:t>most suitable-performing model</a:t>
            </a:r>
            <a:r>
              <a:rPr lang="en-IN" sz="2400" dirty="0"/>
              <a:t> for the selected dataset.</a:t>
            </a:r>
          </a:p>
          <a:p>
            <a:pPr marL="0" indent="0" algn="just">
              <a:lnSpc>
                <a:spcPct val="150000"/>
              </a:lnSpc>
              <a:spcAft>
                <a:spcPts val="1200"/>
              </a:spcAft>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19D1090-F14A-6E1E-BA0A-52703E7D4500}"/>
              </a:ext>
            </a:extLst>
          </p:cNvPr>
          <p:cNvPicPr>
            <a:picLocks noChangeAspect="1"/>
          </p:cNvPicPr>
          <p:nvPr/>
        </p:nvPicPr>
        <p:blipFill>
          <a:blip r:embed="rId2"/>
          <a:stretch>
            <a:fillRect/>
          </a:stretch>
        </p:blipFill>
        <p:spPr>
          <a:xfrm>
            <a:off x="108155" y="230188"/>
            <a:ext cx="2123768" cy="849507"/>
          </a:xfrm>
          <a:prstGeom prst="rect">
            <a:avLst/>
          </a:prstGeom>
        </p:spPr>
      </p:pic>
      <p:sp>
        <p:nvSpPr>
          <p:cNvPr id="8" name="TextBox 7">
            <a:extLst>
              <a:ext uri="{FF2B5EF4-FFF2-40B4-BE49-F238E27FC236}">
                <a16:creationId xmlns:a16="http://schemas.microsoft.com/office/drawing/2014/main" id="{CA316990-7B34-A065-B5CD-8F4F7201FA18}"/>
              </a:ext>
            </a:extLst>
          </p:cNvPr>
          <p:cNvSpPr txBox="1"/>
          <p:nvPr/>
        </p:nvSpPr>
        <p:spPr>
          <a:xfrm>
            <a:off x="329772" y="6245009"/>
            <a:ext cx="1362361" cy="369332"/>
          </a:xfrm>
          <a:prstGeom prst="rect">
            <a:avLst/>
          </a:prstGeom>
          <a:noFill/>
        </p:spPr>
        <p:txBody>
          <a:bodyPr wrap="none" rtlCol="0">
            <a:spAutoFit/>
          </a:bodyPr>
          <a:lstStyle/>
          <a:p>
            <a:r>
              <a:rPr lang="en-US" dirty="0"/>
              <a:t>Project Title </a:t>
            </a:r>
            <a:endParaRPr lang="en-IN" dirty="0"/>
          </a:p>
        </p:txBody>
      </p:sp>
    </p:spTree>
    <p:extLst>
      <p:ext uri="{BB962C8B-B14F-4D97-AF65-F5344CB8AC3E}">
        <p14:creationId xmlns:p14="http://schemas.microsoft.com/office/powerpoint/2010/main" val="4292376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64A55-1A87-CA13-B5FA-D0F83D0FA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F1F12-4032-1B09-4AE2-62B166C30C3D}"/>
              </a:ext>
            </a:extLst>
          </p:cNvPr>
          <p:cNvSpPr>
            <a:spLocks noGrp="1"/>
          </p:cNvSpPr>
          <p:nvPr>
            <p:ph type="title"/>
          </p:nvPr>
        </p:nvSpPr>
        <p:spPr>
          <a:xfrm>
            <a:off x="2782528" y="325796"/>
            <a:ext cx="6243485" cy="1325563"/>
          </a:xfrm>
        </p:spPr>
        <p:txBody>
          <a:bodyPr/>
          <a:lstStyle/>
          <a:p>
            <a:pPr algn="ctr"/>
            <a:r>
              <a:rPr lang="en-US" dirty="0">
                <a:solidFill>
                  <a:srgbClr val="0070C0"/>
                </a:solidFill>
                <a:latin typeface="Times New Roman" panose="02020603050405020304" pitchFamily="18" charset="0"/>
                <a:cs typeface="Times New Roman" panose="02020603050405020304" pitchFamily="18" charset="0"/>
              </a:rPr>
              <a:t>IMPLEMENTATION</a:t>
            </a:r>
            <a:br>
              <a:rPr lang="en-US" dirty="0">
                <a:solidFill>
                  <a:srgbClr val="002060"/>
                </a:solidFill>
                <a:latin typeface="Times New Roman" panose="02020603050405020304" pitchFamily="18" charset="0"/>
                <a:cs typeface="Times New Roman" panose="02020603050405020304" pitchFamily="18" charset="0"/>
              </a:rPr>
            </a:br>
            <a:endParaRPr lang="en-IN"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ontent Placeholder 14">
            <a:extLst>
              <a:ext uri="{FF2B5EF4-FFF2-40B4-BE49-F238E27FC236}">
                <a16:creationId xmlns:a16="http://schemas.microsoft.com/office/drawing/2014/main" id="{E4F86F2E-7E2F-1139-1B54-4A70BED18776}"/>
              </a:ext>
            </a:extLst>
          </p:cNvPr>
          <p:cNvGraphicFramePr>
            <a:graphicFrameLocks noGrp="1"/>
          </p:cNvGraphicFramePr>
          <p:nvPr>
            <p:ph idx="1"/>
            <p:extLst>
              <p:ext uri="{D42A27DB-BD31-4B8C-83A1-F6EECF244321}">
                <p14:modId xmlns:p14="http://schemas.microsoft.com/office/powerpoint/2010/main" val="4201334772"/>
              </p:ext>
            </p:extLst>
          </p:nvPr>
        </p:nvGraphicFramePr>
        <p:xfrm>
          <a:off x="329772" y="1167956"/>
          <a:ext cx="11498433" cy="5095472"/>
        </p:xfrm>
        <a:graphic>
          <a:graphicData uri="http://schemas.openxmlformats.org/drawingml/2006/table">
            <a:tbl>
              <a:tblPr>
                <a:tableStyleId>{5C22544A-7EE6-4342-B048-85BDC9FD1C3A}</a:tableStyleId>
              </a:tblPr>
              <a:tblGrid>
                <a:gridCol w="2059467">
                  <a:extLst>
                    <a:ext uri="{9D8B030D-6E8A-4147-A177-3AD203B41FA5}">
                      <a16:colId xmlns:a16="http://schemas.microsoft.com/office/drawing/2014/main" val="1549154195"/>
                    </a:ext>
                  </a:extLst>
                </a:gridCol>
                <a:gridCol w="6086167">
                  <a:extLst>
                    <a:ext uri="{9D8B030D-6E8A-4147-A177-3AD203B41FA5}">
                      <a16:colId xmlns:a16="http://schemas.microsoft.com/office/drawing/2014/main" val="3754408959"/>
                    </a:ext>
                  </a:extLst>
                </a:gridCol>
                <a:gridCol w="3352799">
                  <a:extLst>
                    <a:ext uri="{9D8B030D-6E8A-4147-A177-3AD203B41FA5}">
                      <a16:colId xmlns:a16="http://schemas.microsoft.com/office/drawing/2014/main" val="3848107614"/>
                    </a:ext>
                  </a:extLst>
                </a:gridCol>
              </a:tblGrid>
              <a:tr h="95666">
                <a:tc>
                  <a:txBody>
                    <a:bodyPr/>
                    <a:lstStyle/>
                    <a:p>
                      <a:pPr>
                        <a:buNone/>
                      </a:pPr>
                      <a:r>
                        <a:rPr lang="en-IN" sz="1600" b="1"/>
                        <a:t>Implementation Stage</a:t>
                      </a:r>
                    </a:p>
                  </a:txBody>
                  <a:tcPr marL="47064" marR="47064" marT="23532" marB="23532" anchor="ctr"/>
                </a:tc>
                <a:tc>
                  <a:txBody>
                    <a:bodyPr/>
                    <a:lstStyle/>
                    <a:p>
                      <a:pPr>
                        <a:buNone/>
                      </a:pPr>
                      <a:r>
                        <a:rPr lang="en-IN" sz="1600" b="1"/>
                        <a:t>Work Completed</a:t>
                      </a:r>
                    </a:p>
                  </a:txBody>
                  <a:tcPr marL="47064" marR="47064" marT="23532" marB="23532" anchor="ctr"/>
                </a:tc>
                <a:tc>
                  <a:txBody>
                    <a:bodyPr/>
                    <a:lstStyle/>
                    <a:p>
                      <a:pPr>
                        <a:buNone/>
                      </a:pPr>
                      <a:r>
                        <a:rPr lang="en-IN" sz="1600" b="1" dirty="0"/>
                        <a:t>Tools/Technologies Used</a:t>
                      </a:r>
                    </a:p>
                  </a:txBody>
                  <a:tcPr marL="47064" marR="47064" marT="23532" marB="23532" anchor="ctr"/>
                </a:tc>
                <a:extLst>
                  <a:ext uri="{0D108BD9-81ED-4DB2-BD59-A6C34878D82A}">
                    <a16:rowId xmlns:a16="http://schemas.microsoft.com/office/drawing/2014/main" val="3439732961"/>
                  </a:ext>
                </a:extLst>
              </a:tr>
              <a:tr h="753020">
                <a:tc>
                  <a:txBody>
                    <a:bodyPr/>
                    <a:lstStyle/>
                    <a:p>
                      <a:pPr>
                        <a:buNone/>
                      </a:pPr>
                      <a:r>
                        <a:rPr lang="en-IN" sz="1600" b="1" dirty="0"/>
                        <a:t>1. Data Collection &amp; Exploration</a:t>
                      </a:r>
                    </a:p>
                  </a:txBody>
                  <a:tcPr marL="47064" marR="47064" marT="23532" marB="23532" anchor="ctr"/>
                </a:tc>
                <a:tc>
                  <a:txBody>
                    <a:bodyPr/>
                    <a:lstStyle/>
                    <a:p>
                      <a:pPr>
                        <a:buNone/>
                      </a:pPr>
                      <a:r>
                        <a:rPr lang="en-IN" sz="1600"/>
                        <a:t>Heart disease dataset was collected, loaded, and explored. Dataset structure, features, target variable and data quality were examined.</a:t>
                      </a:r>
                    </a:p>
                  </a:txBody>
                  <a:tcPr marL="47064" marR="47064" marT="23532" marB="23532" anchor="ctr"/>
                </a:tc>
                <a:tc>
                  <a:txBody>
                    <a:bodyPr/>
                    <a:lstStyle/>
                    <a:p>
                      <a:pPr>
                        <a:buNone/>
                      </a:pPr>
                      <a:r>
                        <a:rPr lang="en-IN" sz="1600" dirty="0"/>
                        <a:t>Python, Pandas</a:t>
                      </a:r>
                    </a:p>
                  </a:txBody>
                  <a:tcPr marL="47064" marR="47064" marT="23532" marB="23532" anchor="ctr"/>
                </a:tc>
                <a:extLst>
                  <a:ext uri="{0D108BD9-81ED-4DB2-BD59-A6C34878D82A}">
                    <a16:rowId xmlns:a16="http://schemas.microsoft.com/office/drawing/2014/main" val="1148947664"/>
                  </a:ext>
                </a:extLst>
              </a:tr>
              <a:tr h="470638">
                <a:tc>
                  <a:txBody>
                    <a:bodyPr/>
                    <a:lstStyle/>
                    <a:p>
                      <a:pPr>
                        <a:buNone/>
                      </a:pPr>
                      <a:r>
                        <a:rPr lang="en-IN" sz="1600" b="1" dirty="0"/>
                        <a:t>2. Data Cleaning</a:t>
                      </a:r>
                    </a:p>
                  </a:txBody>
                  <a:tcPr marL="47064" marR="47064" marT="23532" marB="23532" anchor="ctr"/>
                </a:tc>
                <a:tc>
                  <a:txBody>
                    <a:bodyPr/>
                    <a:lstStyle/>
                    <a:p>
                      <a:pPr>
                        <a:buNone/>
                      </a:pPr>
                      <a:r>
                        <a:rPr lang="en-IN" sz="1600"/>
                        <a:t>Missing values, duplicate records and inconsistent data were checked and handled.</a:t>
                      </a:r>
                    </a:p>
                  </a:txBody>
                  <a:tcPr marL="47064" marR="47064" marT="23532" marB="23532" anchor="ctr"/>
                </a:tc>
                <a:tc>
                  <a:txBody>
                    <a:bodyPr/>
                    <a:lstStyle/>
                    <a:p>
                      <a:pPr>
                        <a:buNone/>
                      </a:pPr>
                      <a:r>
                        <a:rPr lang="en-IN" sz="1600"/>
                        <a:t>Pandas, NumPy</a:t>
                      </a:r>
                    </a:p>
                  </a:txBody>
                  <a:tcPr marL="47064" marR="47064" marT="23532" marB="23532" anchor="ctr"/>
                </a:tc>
                <a:extLst>
                  <a:ext uri="{0D108BD9-81ED-4DB2-BD59-A6C34878D82A}">
                    <a16:rowId xmlns:a16="http://schemas.microsoft.com/office/drawing/2014/main" val="1523043073"/>
                  </a:ext>
                </a:extLst>
              </a:tr>
              <a:tr h="611829">
                <a:tc>
                  <a:txBody>
                    <a:bodyPr/>
                    <a:lstStyle/>
                    <a:p>
                      <a:pPr>
                        <a:buNone/>
                      </a:pPr>
                      <a:r>
                        <a:rPr lang="en-IN" sz="1600" b="1" dirty="0"/>
                        <a:t>3. Data Preprocessing</a:t>
                      </a:r>
                    </a:p>
                  </a:txBody>
                  <a:tcPr marL="47064" marR="47064" marT="23532" marB="23532" anchor="ctr"/>
                </a:tc>
                <a:tc>
                  <a:txBody>
                    <a:bodyPr/>
                    <a:lstStyle/>
                    <a:p>
                      <a:pPr>
                        <a:buNone/>
                      </a:pPr>
                      <a:r>
                        <a:rPr lang="en-IN" sz="1600"/>
                        <a:t>Features and target were separated, data was divided into training/testing sets, and feature scaling was applied.</a:t>
                      </a:r>
                    </a:p>
                  </a:txBody>
                  <a:tcPr marL="47064" marR="47064" marT="23532" marB="23532" anchor="ctr"/>
                </a:tc>
                <a:tc>
                  <a:txBody>
                    <a:bodyPr/>
                    <a:lstStyle/>
                    <a:p>
                      <a:pPr>
                        <a:buNone/>
                      </a:pPr>
                      <a:r>
                        <a:rPr lang="en-IN" sz="1600"/>
                        <a:t>Scikit-learn, StandardScaler</a:t>
                      </a:r>
                    </a:p>
                  </a:txBody>
                  <a:tcPr marL="47064" marR="47064" marT="23532" marB="23532" anchor="ctr"/>
                </a:tc>
                <a:extLst>
                  <a:ext uri="{0D108BD9-81ED-4DB2-BD59-A6C34878D82A}">
                    <a16:rowId xmlns:a16="http://schemas.microsoft.com/office/drawing/2014/main" val="3752478714"/>
                  </a:ext>
                </a:extLst>
              </a:tr>
              <a:tr h="329446">
                <a:tc>
                  <a:txBody>
                    <a:bodyPr/>
                    <a:lstStyle/>
                    <a:p>
                      <a:pPr>
                        <a:buNone/>
                      </a:pPr>
                      <a:r>
                        <a:rPr lang="en-IN" sz="1600" b="1" dirty="0"/>
                        <a:t>4. Model Development</a:t>
                      </a:r>
                    </a:p>
                  </a:txBody>
                  <a:tcPr marL="47064" marR="47064" marT="23532" marB="23532" anchor="ctr"/>
                </a:tc>
                <a:tc>
                  <a:txBody>
                    <a:bodyPr/>
                    <a:lstStyle/>
                    <a:p>
                      <a:pPr>
                        <a:buNone/>
                      </a:pPr>
                      <a:r>
                        <a:rPr lang="en-IN" sz="1600"/>
                        <a:t>Five classification models were implemented and trained.</a:t>
                      </a:r>
                    </a:p>
                  </a:txBody>
                  <a:tcPr marL="47064" marR="47064" marT="23532" marB="23532" anchor="ctr"/>
                </a:tc>
                <a:tc>
                  <a:txBody>
                    <a:bodyPr/>
                    <a:lstStyle/>
                    <a:p>
                      <a:pPr>
                        <a:buNone/>
                      </a:pPr>
                      <a:r>
                        <a:rPr lang="en-IN" sz="1600"/>
                        <a:t>Logistic Regression, SVM, KNN, Decision Tree, Random Forest</a:t>
                      </a:r>
                    </a:p>
                  </a:txBody>
                  <a:tcPr marL="47064" marR="47064" marT="23532" marB="23532" anchor="ctr"/>
                </a:tc>
                <a:extLst>
                  <a:ext uri="{0D108BD9-81ED-4DB2-BD59-A6C34878D82A}">
                    <a16:rowId xmlns:a16="http://schemas.microsoft.com/office/drawing/2014/main" val="2850846220"/>
                  </a:ext>
                </a:extLst>
              </a:tr>
              <a:tr h="470638">
                <a:tc>
                  <a:txBody>
                    <a:bodyPr/>
                    <a:lstStyle/>
                    <a:p>
                      <a:pPr>
                        <a:buNone/>
                      </a:pPr>
                      <a:r>
                        <a:rPr lang="en-IN" sz="1600" b="1" dirty="0"/>
                        <a:t>5. Model Evaluation</a:t>
                      </a:r>
                    </a:p>
                  </a:txBody>
                  <a:tcPr marL="47064" marR="47064" marT="23532" marB="23532" anchor="ctr"/>
                </a:tc>
                <a:tc>
                  <a:txBody>
                    <a:bodyPr/>
                    <a:lstStyle/>
                    <a:p>
                      <a:pPr>
                        <a:buNone/>
                      </a:pPr>
                      <a:r>
                        <a:rPr lang="en-IN" sz="1600"/>
                        <a:t>Models were evaluated using Accuracy, Precision, Recall, F1-Score and ROC-AUC.</a:t>
                      </a:r>
                    </a:p>
                  </a:txBody>
                  <a:tcPr marL="47064" marR="47064" marT="23532" marB="23532" anchor="ctr"/>
                </a:tc>
                <a:tc>
                  <a:txBody>
                    <a:bodyPr/>
                    <a:lstStyle/>
                    <a:p>
                      <a:pPr>
                        <a:buNone/>
                      </a:pPr>
                      <a:r>
                        <a:rPr lang="en-IN" sz="1600"/>
                        <a:t>Scikit-learn</a:t>
                      </a:r>
                    </a:p>
                  </a:txBody>
                  <a:tcPr marL="47064" marR="47064" marT="23532" marB="23532" anchor="ctr"/>
                </a:tc>
                <a:extLst>
                  <a:ext uri="{0D108BD9-81ED-4DB2-BD59-A6C34878D82A}">
                    <a16:rowId xmlns:a16="http://schemas.microsoft.com/office/drawing/2014/main" val="1017272282"/>
                  </a:ext>
                </a:extLst>
              </a:tr>
              <a:tr h="611829">
                <a:tc>
                  <a:txBody>
                    <a:bodyPr/>
                    <a:lstStyle/>
                    <a:p>
                      <a:pPr>
                        <a:buNone/>
                      </a:pPr>
                      <a:r>
                        <a:rPr lang="en-IN" sz="1600" b="1" dirty="0"/>
                        <a:t>6. Visualization</a:t>
                      </a:r>
                    </a:p>
                  </a:txBody>
                  <a:tcPr marL="47064" marR="47064" marT="23532" marB="23532" anchor="ctr"/>
                </a:tc>
                <a:tc>
                  <a:txBody>
                    <a:bodyPr/>
                    <a:lstStyle/>
                    <a:p>
                      <a:pPr>
                        <a:buNone/>
                      </a:pPr>
                      <a:r>
                        <a:rPr lang="en-IN" sz="1600"/>
                        <a:t>Model performance was presented using comparison charts, confusion matrices, ROC curves and learning curves.</a:t>
                      </a:r>
                    </a:p>
                  </a:txBody>
                  <a:tcPr marL="47064" marR="47064" marT="23532" marB="23532" anchor="ctr"/>
                </a:tc>
                <a:tc>
                  <a:txBody>
                    <a:bodyPr/>
                    <a:lstStyle/>
                    <a:p>
                      <a:pPr>
                        <a:buNone/>
                      </a:pPr>
                      <a:r>
                        <a:rPr lang="en-IN" sz="1600"/>
                        <a:t>Matplotlib, Seaborn</a:t>
                      </a:r>
                    </a:p>
                  </a:txBody>
                  <a:tcPr marL="47064" marR="47064" marT="23532" marB="23532" anchor="ctr"/>
                </a:tc>
                <a:extLst>
                  <a:ext uri="{0D108BD9-81ED-4DB2-BD59-A6C34878D82A}">
                    <a16:rowId xmlns:a16="http://schemas.microsoft.com/office/drawing/2014/main" val="1507483351"/>
                  </a:ext>
                </a:extLst>
              </a:tr>
              <a:tr h="611829">
                <a:tc>
                  <a:txBody>
                    <a:bodyPr/>
                    <a:lstStyle/>
                    <a:p>
                      <a:pPr>
                        <a:buNone/>
                      </a:pPr>
                      <a:r>
                        <a:rPr lang="en-IN" sz="1600" b="1" dirty="0"/>
                        <a:t>7. Dashboard Development</a:t>
                      </a:r>
                    </a:p>
                  </a:txBody>
                  <a:tcPr marL="47064" marR="47064" marT="23532" marB="23532" anchor="ctr"/>
                </a:tc>
                <a:tc>
                  <a:txBody>
                    <a:bodyPr/>
                    <a:lstStyle/>
                    <a:p>
                      <a:pPr>
                        <a:buNone/>
                      </a:pPr>
                      <a:r>
                        <a:rPr lang="en-IN" sz="1600"/>
                        <a:t>An interactive dashboard was developed to allow users to explore the dataset and compare model performance.</a:t>
                      </a:r>
                    </a:p>
                  </a:txBody>
                  <a:tcPr marL="47064" marR="47064" marT="23532" marB="23532" anchor="ctr"/>
                </a:tc>
                <a:tc>
                  <a:txBody>
                    <a:bodyPr/>
                    <a:lstStyle/>
                    <a:p>
                      <a:pPr>
                        <a:buNone/>
                      </a:pPr>
                      <a:r>
                        <a:rPr lang="en-IN" sz="1600" dirty="0"/>
                        <a:t>Streamlit</a:t>
                      </a:r>
                    </a:p>
                  </a:txBody>
                  <a:tcPr marL="47064" marR="47064" marT="23532" marB="23532" anchor="ctr"/>
                </a:tc>
                <a:extLst>
                  <a:ext uri="{0D108BD9-81ED-4DB2-BD59-A6C34878D82A}">
                    <a16:rowId xmlns:a16="http://schemas.microsoft.com/office/drawing/2014/main" val="3767188482"/>
                  </a:ext>
                </a:extLst>
              </a:tr>
              <a:tr h="611829">
                <a:tc>
                  <a:txBody>
                    <a:bodyPr/>
                    <a:lstStyle/>
                    <a:p>
                      <a:pPr>
                        <a:buNone/>
                      </a:pPr>
                      <a:r>
                        <a:rPr lang="en-IN" sz="1600" b="1" dirty="0"/>
                        <a:t>8. Testing &amp; Integration</a:t>
                      </a:r>
                    </a:p>
                  </a:txBody>
                  <a:tcPr marL="47064" marR="47064" marT="23532" marB="23532" anchor="ctr"/>
                </a:tc>
                <a:tc>
                  <a:txBody>
                    <a:bodyPr/>
                    <a:lstStyle/>
                    <a:p>
                      <a:pPr>
                        <a:buNone/>
                      </a:pPr>
                      <a:r>
                        <a:rPr lang="en-IN" sz="1600"/>
                        <a:t>Individual components were tested, errors were corrected, and all modules were integrated into the final MECS system.</a:t>
                      </a:r>
                    </a:p>
                  </a:txBody>
                  <a:tcPr marL="47064" marR="47064" marT="23532" marB="23532" anchor="ctr"/>
                </a:tc>
                <a:tc>
                  <a:txBody>
                    <a:bodyPr/>
                    <a:lstStyle/>
                    <a:p>
                      <a:pPr>
                        <a:buNone/>
                      </a:pPr>
                      <a:r>
                        <a:rPr lang="en-IN" sz="1600" dirty="0"/>
                        <a:t>Python, VS Code, Streamlit</a:t>
                      </a:r>
                    </a:p>
                  </a:txBody>
                  <a:tcPr marL="47064" marR="47064" marT="23532" marB="23532" anchor="ctr"/>
                </a:tc>
                <a:extLst>
                  <a:ext uri="{0D108BD9-81ED-4DB2-BD59-A6C34878D82A}">
                    <a16:rowId xmlns:a16="http://schemas.microsoft.com/office/drawing/2014/main" val="4156872851"/>
                  </a:ext>
                </a:extLst>
              </a:tr>
            </a:tbl>
          </a:graphicData>
        </a:graphic>
      </p:graphicFrame>
      <p:pic>
        <p:nvPicPr>
          <p:cNvPr id="5" name="Picture 4">
            <a:extLst>
              <a:ext uri="{FF2B5EF4-FFF2-40B4-BE49-F238E27FC236}">
                <a16:creationId xmlns:a16="http://schemas.microsoft.com/office/drawing/2014/main" id="{4ACFEEEA-3C9D-0777-5B1B-08577F9DA298}"/>
              </a:ext>
            </a:extLst>
          </p:cNvPr>
          <p:cNvPicPr>
            <a:picLocks noChangeAspect="1"/>
          </p:cNvPicPr>
          <p:nvPr/>
        </p:nvPicPr>
        <p:blipFill>
          <a:blip r:embed="rId2"/>
          <a:stretch>
            <a:fillRect/>
          </a:stretch>
        </p:blipFill>
        <p:spPr>
          <a:xfrm>
            <a:off x="108155" y="230188"/>
            <a:ext cx="2123768" cy="849507"/>
          </a:xfrm>
          <a:prstGeom prst="rect">
            <a:avLst/>
          </a:prstGeom>
        </p:spPr>
      </p:pic>
      <p:sp>
        <p:nvSpPr>
          <p:cNvPr id="6" name="TextBox 5">
            <a:extLst>
              <a:ext uri="{FF2B5EF4-FFF2-40B4-BE49-F238E27FC236}">
                <a16:creationId xmlns:a16="http://schemas.microsoft.com/office/drawing/2014/main" id="{214756F8-C836-96CC-8F3A-DA7CD6439F6E}"/>
              </a:ext>
            </a:extLst>
          </p:cNvPr>
          <p:cNvSpPr txBox="1"/>
          <p:nvPr/>
        </p:nvSpPr>
        <p:spPr>
          <a:xfrm>
            <a:off x="329772" y="6245009"/>
            <a:ext cx="237566" cy="369332"/>
          </a:xfrm>
          <a:prstGeom prst="rect">
            <a:avLst/>
          </a:prstGeom>
          <a:noFill/>
        </p:spPr>
        <p:txBody>
          <a:bodyPr wrap="none" rtlCol="0">
            <a:spAutoFit/>
          </a:bodyPr>
          <a:lstStyle/>
          <a:p>
            <a:r>
              <a:rPr lang="en-US" dirty="0"/>
              <a:t> </a:t>
            </a:r>
            <a:endParaRPr lang="en-IN" dirty="0"/>
          </a:p>
        </p:txBody>
      </p:sp>
    </p:spTree>
    <p:extLst>
      <p:ext uri="{BB962C8B-B14F-4D97-AF65-F5344CB8AC3E}">
        <p14:creationId xmlns:p14="http://schemas.microsoft.com/office/powerpoint/2010/main" val="662631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9C3A9-0BA6-0C6A-E61C-F334A740C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DAA51-8A8B-79D3-FB51-3E0A82AAAB15}"/>
              </a:ext>
            </a:extLst>
          </p:cNvPr>
          <p:cNvSpPr>
            <a:spLocks noGrp="1"/>
          </p:cNvSpPr>
          <p:nvPr>
            <p:ph type="title"/>
          </p:nvPr>
        </p:nvSpPr>
        <p:spPr>
          <a:xfrm>
            <a:off x="2782528" y="325796"/>
            <a:ext cx="6243485" cy="1325563"/>
          </a:xfrm>
        </p:spPr>
        <p:txBody>
          <a:bodyPr/>
          <a:lstStyle/>
          <a:p>
            <a:pPr algn="ctr"/>
            <a:r>
              <a:rPr lang="en-US" dirty="0">
                <a:solidFill>
                  <a:srgbClr val="0070C0"/>
                </a:solidFill>
                <a:latin typeface="Times New Roman" panose="02020603050405020304" pitchFamily="18" charset="0"/>
                <a:cs typeface="Times New Roman" panose="02020603050405020304" pitchFamily="18" charset="0"/>
              </a:rPr>
              <a:t>RESULTS/OUTCOMES</a:t>
            </a:r>
            <a:br>
              <a:rPr lang="en-US" dirty="0">
                <a:solidFill>
                  <a:srgbClr val="002060"/>
                </a:solidFill>
                <a:latin typeface="Times New Roman" panose="02020603050405020304" pitchFamily="18" charset="0"/>
                <a:cs typeface="Times New Roman" panose="02020603050405020304" pitchFamily="18" charset="0"/>
              </a:rPr>
            </a:br>
            <a:endParaRPr lang="en-IN" dirty="0">
              <a:solidFill>
                <a:srgbClr val="002060"/>
              </a:solidFill>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8FC7F1D6-EB16-7FC4-BE38-75B100247112}"/>
              </a:ext>
            </a:extLst>
          </p:cNvPr>
          <p:cNvGraphicFramePr>
            <a:graphicFrameLocks noGrp="1"/>
          </p:cNvGraphicFramePr>
          <p:nvPr>
            <p:ph idx="1"/>
            <p:extLst>
              <p:ext uri="{D42A27DB-BD31-4B8C-83A1-F6EECF244321}">
                <p14:modId xmlns:p14="http://schemas.microsoft.com/office/powerpoint/2010/main" val="679054485"/>
              </p:ext>
            </p:extLst>
          </p:nvPr>
        </p:nvGraphicFramePr>
        <p:xfrm>
          <a:off x="462116" y="1229033"/>
          <a:ext cx="11208774" cy="5347294"/>
        </p:xfrm>
        <a:graphic>
          <a:graphicData uri="http://schemas.openxmlformats.org/drawingml/2006/table">
            <a:tbl>
              <a:tblPr>
                <a:tableStyleId>{5C22544A-7EE6-4342-B048-85BDC9FD1C3A}</a:tableStyleId>
              </a:tblPr>
              <a:tblGrid>
                <a:gridCol w="2192594">
                  <a:extLst>
                    <a:ext uri="{9D8B030D-6E8A-4147-A177-3AD203B41FA5}">
                      <a16:colId xmlns:a16="http://schemas.microsoft.com/office/drawing/2014/main" val="1714928468"/>
                    </a:ext>
                  </a:extLst>
                </a:gridCol>
                <a:gridCol w="9016180">
                  <a:extLst>
                    <a:ext uri="{9D8B030D-6E8A-4147-A177-3AD203B41FA5}">
                      <a16:colId xmlns:a16="http://schemas.microsoft.com/office/drawing/2014/main" val="1823662290"/>
                    </a:ext>
                  </a:extLst>
                </a:gridCol>
              </a:tblGrid>
              <a:tr h="197918">
                <a:tc>
                  <a:txBody>
                    <a:bodyPr/>
                    <a:lstStyle/>
                    <a:p>
                      <a:pPr>
                        <a:buNone/>
                      </a:pPr>
                      <a:r>
                        <a:rPr lang="en-IN" sz="1800" b="1"/>
                        <a:t>Result / Feature</a:t>
                      </a:r>
                    </a:p>
                  </a:txBody>
                  <a:tcPr marL="46593" marR="46593" marT="23297" marB="23297" anchor="ctr"/>
                </a:tc>
                <a:tc>
                  <a:txBody>
                    <a:bodyPr/>
                    <a:lstStyle/>
                    <a:p>
                      <a:pPr>
                        <a:buNone/>
                      </a:pPr>
                      <a:r>
                        <a:rPr lang="en-IN" sz="1800" b="1" dirty="0"/>
                        <a:t>Description of Outcome</a:t>
                      </a:r>
                    </a:p>
                  </a:txBody>
                  <a:tcPr marL="46593" marR="46593" marT="23297" marB="23297" anchor="ctr"/>
                </a:tc>
                <a:extLst>
                  <a:ext uri="{0D108BD9-81ED-4DB2-BD59-A6C34878D82A}">
                    <a16:rowId xmlns:a16="http://schemas.microsoft.com/office/drawing/2014/main" val="492696789"/>
                  </a:ext>
                </a:extLst>
              </a:tr>
              <a:tr h="494793">
                <a:tc>
                  <a:txBody>
                    <a:bodyPr/>
                    <a:lstStyle/>
                    <a:p>
                      <a:pPr>
                        <a:buNone/>
                      </a:pPr>
                      <a:r>
                        <a:rPr lang="en-IN" sz="1600" dirty="0"/>
                        <a:t>Working Dashboard</a:t>
                      </a:r>
                    </a:p>
                  </a:txBody>
                  <a:tcPr marL="46593" marR="46593" marT="23297" marB="23297" anchor="ctr"/>
                </a:tc>
                <a:tc>
                  <a:txBody>
                    <a:bodyPr/>
                    <a:lstStyle/>
                    <a:p>
                      <a:pPr>
                        <a:buNone/>
                      </a:pPr>
                      <a:r>
                        <a:rPr lang="en-IN" sz="1600" dirty="0"/>
                        <a:t>We successfully developed an interactive Streamlit dashboard that brings the complete model evaluation process into one system.</a:t>
                      </a:r>
                    </a:p>
                  </a:txBody>
                  <a:tcPr marL="46593" marR="46593" marT="23297" marB="23297" anchor="ctr"/>
                </a:tc>
                <a:extLst>
                  <a:ext uri="{0D108BD9-81ED-4DB2-BD59-A6C34878D82A}">
                    <a16:rowId xmlns:a16="http://schemas.microsoft.com/office/drawing/2014/main" val="366163512"/>
                  </a:ext>
                </a:extLst>
              </a:tr>
              <a:tr h="494793">
                <a:tc>
                  <a:txBody>
                    <a:bodyPr/>
                    <a:lstStyle/>
                    <a:p>
                      <a:pPr>
                        <a:buNone/>
                      </a:pPr>
                      <a:r>
                        <a:rPr lang="en-IN" sz="1600" dirty="0"/>
                        <a:t>Model Implementation</a:t>
                      </a:r>
                    </a:p>
                  </a:txBody>
                  <a:tcPr marL="46593" marR="46593" marT="23297" marB="23297" anchor="ctr"/>
                </a:tc>
                <a:tc>
                  <a:txBody>
                    <a:bodyPr/>
                    <a:lstStyle/>
                    <a:p>
                      <a:pPr>
                        <a:buNone/>
                      </a:pPr>
                      <a:r>
                        <a:rPr lang="en-IN" sz="1600" dirty="0"/>
                        <a:t>We successfully implemented and trained five machine learning models: Logistic Regression, SVM, KNN, Decision Tree and Random Forest.</a:t>
                      </a:r>
                    </a:p>
                  </a:txBody>
                  <a:tcPr marL="46593" marR="46593" marT="23297" marB="23297" anchor="ctr"/>
                </a:tc>
                <a:extLst>
                  <a:ext uri="{0D108BD9-81ED-4DB2-BD59-A6C34878D82A}">
                    <a16:rowId xmlns:a16="http://schemas.microsoft.com/office/drawing/2014/main" val="1579084009"/>
                  </a:ext>
                </a:extLst>
              </a:tr>
              <a:tr h="494793">
                <a:tc>
                  <a:txBody>
                    <a:bodyPr/>
                    <a:lstStyle/>
                    <a:p>
                      <a:pPr>
                        <a:buNone/>
                      </a:pPr>
                      <a:r>
                        <a:rPr lang="en-IN" sz="1600" dirty="0"/>
                        <a:t>Model Evaluation</a:t>
                      </a:r>
                    </a:p>
                  </a:txBody>
                  <a:tcPr marL="46593" marR="46593" marT="23297" marB="23297" anchor="ctr"/>
                </a:tc>
                <a:tc>
                  <a:txBody>
                    <a:bodyPr/>
                    <a:lstStyle/>
                    <a:p>
                      <a:pPr>
                        <a:buNone/>
                      </a:pPr>
                      <a:r>
                        <a:rPr lang="en-IN" sz="1600" dirty="0"/>
                        <a:t>We designed a system that evaluates the performance of each model using Accuracy, Precision, Recall, F1-Score and ROC-AUC.</a:t>
                      </a:r>
                    </a:p>
                  </a:txBody>
                  <a:tcPr marL="46593" marR="46593" marT="23297" marB="23297" anchor="ctr"/>
                </a:tc>
                <a:extLst>
                  <a:ext uri="{0D108BD9-81ED-4DB2-BD59-A6C34878D82A}">
                    <a16:rowId xmlns:a16="http://schemas.microsoft.com/office/drawing/2014/main" val="451295685"/>
                  </a:ext>
                </a:extLst>
              </a:tr>
              <a:tr h="643231">
                <a:tc>
                  <a:txBody>
                    <a:bodyPr/>
                    <a:lstStyle/>
                    <a:p>
                      <a:pPr>
                        <a:buNone/>
                      </a:pPr>
                      <a:r>
                        <a:rPr lang="en-IN" sz="1600"/>
                        <a:t>Model Comparison</a:t>
                      </a:r>
                    </a:p>
                  </a:txBody>
                  <a:tcPr marL="46593" marR="46593" marT="23297" marB="23297" anchor="ctr"/>
                </a:tc>
                <a:tc>
                  <a:txBody>
                    <a:bodyPr/>
                    <a:lstStyle/>
                    <a:p>
                      <a:pPr>
                        <a:buNone/>
                      </a:pPr>
                      <a:r>
                        <a:rPr lang="en-IN" sz="1600" dirty="0"/>
                        <a:t>The system successfully compares the performance of multiple models using tables and visualizations, making differences in their performance easier to understand.</a:t>
                      </a:r>
                    </a:p>
                  </a:txBody>
                  <a:tcPr marL="46593" marR="46593" marT="23297" marB="23297" anchor="ctr"/>
                </a:tc>
                <a:extLst>
                  <a:ext uri="{0D108BD9-81ED-4DB2-BD59-A6C34878D82A}">
                    <a16:rowId xmlns:a16="http://schemas.microsoft.com/office/drawing/2014/main" val="3160149581"/>
                  </a:ext>
                </a:extLst>
              </a:tr>
              <a:tr h="494793">
                <a:tc>
                  <a:txBody>
                    <a:bodyPr/>
                    <a:lstStyle/>
                    <a:p>
                      <a:pPr>
                        <a:buNone/>
                      </a:pPr>
                      <a:r>
                        <a:rPr lang="en-IN" sz="1600"/>
                        <a:t>Confusion Matrix</a:t>
                      </a:r>
                    </a:p>
                  </a:txBody>
                  <a:tcPr marL="46593" marR="46593" marT="23297" marB="23297" anchor="ctr"/>
                </a:tc>
                <a:tc>
                  <a:txBody>
                    <a:bodyPr/>
                    <a:lstStyle/>
                    <a:p>
                      <a:pPr>
                        <a:buNone/>
                      </a:pPr>
                      <a:r>
                        <a:rPr lang="en-IN" sz="1600" dirty="0"/>
                        <a:t>We successfully generated confusion matrices to show the correct and incorrect predictions made by each classification model.</a:t>
                      </a:r>
                    </a:p>
                  </a:txBody>
                  <a:tcPr marL="46593" marR="46593" marT="23297" marB="23297" anchor="ctr"/>
                </a:tc>
                <a:extLst>
                  <a:ext uri="{0D108BD9-81ED-4DB2-BD59-A6C34878D82A}">
                    <a16:rowId xmlns:a16="http://schemas.microsoft.com/office/drawing/2014/main" val="1500884045"/>
                  </a:ext>
                </a:extLst>
              </a:tr>
              <a:tr h="494793">
                <a:tc>
                  <a:txBody>
                    <a:bodyPr/>
                    <a:lstStyle/>
                    <a:p>
                      <a:pPr>
                        <a:buNone/>
                      </a:pPr>
                      <a:r>
                        <a:rPr lang="en-IN" sz="1600"/>
                        <a:t>ROC Curve Analysis</a:t>
                      </a:r>
                    </a:p>
                  </a:txBody>
                  <a:tcPr marL="46593" marR="46593" marT="23297" marB="23297" anchor="ctr"/>
                </a:tc>
                <a:tc>
                  <a:txBody>
                    <a:bodyPr/>
                    <a:lstStyle/>
                    <a:p>
                      <a:pPr>
                        <a:buNone/>
                      </a:pPr>
                      <a:r>
                        <a:rPr lang="en-IN" sz="1600" dirty="0"/>
                        <a:t>The system generates ROC curves and AUC values to </a:t>
                      </a:r>
                      <a:r>
                        <a:rPr lang="en-IN" sz="1600" dirty="0" err="1"/>
                        <a:t>analyze</a:t>
                      </a:r>
                      <a:r>
                        <a:rPr lang="en-IN" sz="1600" dirty="0"/>
                        <a:t> and compare the classification performance of the models.</a:t>
                      </a:r>
                    </a:p>
                  </a:txBody>
                  <a:tcPr marL="46593" marR="46593" marT="23297" marB="23297" anchor="ctr"/>
                </a:tc>
                <a:extLst>
                  <a:ext uri="{0D108BD9-81ED-4DB2-BD59-A6C34878D82A}">
                    <a16:rowId xmlns:a16="http://schemas.microsoft.com/office/drawing/2014/main" val="2832533860"/>
                  </a:ext>
                </a:extLst>
              </a:tr>
              <a:tr h="494793">
                <a:tc>
                  <a:txBody>
                    <a:bodyPr/>
                    <a:lstStyle/>
                    <a:p>
                      <a:pPr>
                        <a:buNone/>
                      </a:pPr>
                      <a:r>
                        <a:rPr lang="en-IN" sz="1600"/>
                        <a:t>Performance Visualization</a:t>
                      </a:r>
                    </a:p>
                  </a:txBody>
                  <a:tcPr marL="46593" marR="46593" marT="23297" marB="23297" anchor="ctr"/>
                </a:tc>
                <a:tc>
                  <a:txBody>
                    <a:bodyPr/>
                    <a:lstStyle/>
                    <a:p>
                      <a:pPr>
                        <a:buNone/>
                      </a:pPr>
                      <a:r>
                        <a:rPr lang="en-IN" sz="1600" dirty="0"/>
                        <a:t>We successfully developed bar charts and other visualizations to present model performance in a simple and understandable way.</a:t>
                      </a:r>
                    </a:p>
                  </a:txBody>
                  <a:tcPr marL="46593" marR="46593" marT="23297" marB="23297" anchor="ctr"/>
                </a:tc>
                <a:extLst>
                  <a:ext uri="{0D108BD9-81ED-4DB2-BD59-A6C34878D82A}">
                    <a16:rowId xmlns:a16="http://schemas.microsoft.com/office/drawing/2014/main" val="808351460"/>
                  </a:ext>
                </a:extLst>
              </a:tr>
              <a:tr h="494793">
                <a:tc>
                  <a:txBody>
                    <a:bodyPr/>
                    <a:lstStyle/>
                    <a:p>
                      <a:pPr>
                        <a:buNone/>
                      </a:pPr>
                      <a:r>
                        <a:rPr lang="en-IN" sz="1600"/>
                        <a:t>Interactive Features</a:t>
                      </a:r>
                    </a:p>
                  </a:txBody>
                  <a:tcPr marL="46593" marR="46593" marT="23297" marB="23297" anchor="ctr"/>
                </a:tc>
                <a:tc>
                  <a:txBody>
                    <a:bodyPr/>
                    <a:lstStyle/>
                    <a:p>
                      <a:pPr>
                        <a:buNone/>
                      </a:pPr>
                      <a:r>
                        <a:rPr lang="en-IN" sz="1600" dirty="0"/>
                        <a:t>Users can interact with the dashboard, select models, view datasets, explore evaluation results and navigate between different analysis tabs.</a:t>
                      </a:r>
                    </a:p>
                  </a:txBody>
                  <a:tcPr marL="46593" marR="46593" marT="23297" marB="23297" anchor="ctr"/>
                </a:tc>
                <a:extLst>
                  <a:ext uri="{0D108BD9-81ED-4DB2-BD59-A6C34878D82A}">
                    <a16:rowId xmlns:a16="http://schemas.microsoft.com/office/drawing/2014/main" val="636035801"/>
                  </a:ext>
                </a:extLst>
              </a:tr>
              <a:tr h="643231">
                <a:tc>
                  <a:txBody>
                    <a:bodyPr/>
                    <a:lstStyle/>
                    <a:p>
                      <a:pPr>
                        <a:buNone/>
                      </a:pPr>
                      <a:r>
                        <a:rPr lang="en-IN" sz="1600"/>
                        <a:t>Final System</a:t>
                      </a:r>
                    </a:p>
                  </a:txBody>
                  <a:tcPr marL="46593" marR="46593" marT="23297" marB="23297" anchor="ctr"/>
                </a:tc>
                <a:tc>
                  <a:txBody>
                    <a:bodyPr/>
                    <a:lstStyle/>
                    <a:p>
                      <a:pPr>
                        <a:buNone/>
                      </a:pPr>
                      <a:r>
                        <a:rPr lang="en-IN" sz="1600" dirty="0"/>
                        <a:t>The completed MECS system provides a single platform for training, evaluating, comparing and visualizing multiple machine learning models using the heart disease dataset.</a:t>
                      </a:r>
                    </a:p>
                  </a:txBody>
                  <a:tcPr marL="46593" marR="46593" marT="23297" marB="23297" anchor="ctr"/>
                </a:tc>
                <a:extLst>
                  <a:ext uri="{0D108BD9-81ED-4DB2-BD59-A6C34878D82A}">
                    <a16:rowId xmlns:a16="http://schemas.microsoft.com/office/drawing/2014/main" val="4099695044"/>
                  </a:ext>
                </a:extLst>
              </a:tr>
            </a:tbl>
          </a:graphicData>
        </a:graphic>
      </p:graphicFrame>
      <p:pic>
        <p:nvPicPr>
          <p:cNvPr id="5" name="Picture 4">
            <a:extLst>
              <a:ext uri="{FF2B5EF4-FFF2-40B4-BE49-F238E27FC236}">
                <a16:creationId xmlns:a16="http://schemas.microsoft.com/office/drawing/2014/main" id="{A2F01D7A-530A-4BE5-7475-724B8B79CB47}"/>
              </a:ext>
            </a:extLst>
          </p:cNvPr>
          <p:cNvPicPr>
            <a:picLocks noChangeAspect="1"/>
          </p:cNvPicPr>
          <p:nvPr/>
        </p:nvPicPr>
        <p:blipFill>
          <a:blip r:embed="rId2"/>
          <a:stretch>
            <a:fillRect/>
          </a:stretch>
        </p:blipFill>
        <p:spPr>
          <a:xfrm>
            <a:off x="108155" y="230188"/>
            <a:ext cx="2123768" cy="849507"/>
          </a:xfrm>
          <a:prstGeom prst="rect">
            <a:avLst/>
          </a:prstGeom>
        </p:spPr>
      </p:pic>
      <p:sp>
        <p:nvSpPr>
          <p:cNvPr id="6" name="TextBox 5">
            <a:extLst>
              <a:ext uri="{FF2B5EF4-FFF2-40B4-BE49-F238E27FC236}">
                <a16:creationId xmlns:a16="http://schemas.microsoft.com/office/drawing/2014/main" id="{EA43B79C-A221-32E8-CF33-6A146DCAC48C}"/>
              </a:ext>
            </a:extLst>
          </p:cNvPr>
          <p:cNvSpPr txBox="1"/>
          <p:nvPr/>
        </p:nvSpPr>
        <p:spPr>
          <a:xfrm>
            <a:off x="329772" y="6245009"/>
            <a:ext cx="237566" cy="369332"/>
          </a:xfrm>
          <a:prstGeom prst="rect">
            <a:avLst/>
          </a:prstGeom>
          <a:noFill/>
        </p:spPr>
        <p:txBody>
          <a:bodyPr wrap="none" rtlCol="0">
            <a:spAutoFit/>
          </a:bodyPr>
          <a:lstStyle/>
          <a:p>
            <a:r>
              <a:rPr lang="en-US" dirty="0"/>
              <a:t> </a:t>
            </a:r>
            <a:endParaRPr lang="en-IN" dirty="0"/>
          </a:p>
        </p:txBody>
      </p:sp>
    </p:spTree>
    <p:extLst>
      <p:ext uri="{BB962C8B-B14F-4D97-AF65-F5344CB8AC3E}">
        <p14:creationId xmlns:p14="http://schemas.microsoft.com/office/powerpoint/2010/main" val="2955941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F2815-23B1-BC79-533B-9C3B506963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73774-1FD7-1B5D-AACA-6C757A9BE8EF}"/>
              </a:ext>
            </a:extLst>
          </p:cNvPr>
          <p:cNvSpPr>
            <a:spLocks noGrp="1"/>
          </p:cNvSpPr>
          <p:nvPr>
            <p:ph type="title"/>
          </p:nvPr>
        </p:nvSpPr>
        <p:spPr>
          <a:xfrm>
            <a:off x="2782528" y="325796"/>
            <a:ext cx="6243485" cy="1325563"/>
          </a:xfrm>
        </p:spPr>
        <p:txBody>
          <a:bodyPr>
            <a:normAutofit fontScale="90000"/>
          </a:bodyPr>
          <a:lstStyle/>
          <a:p>
            <a:pPr algn="ctr"/>
            <a:r>
              <a:rPr lang="en-US" dirty="0">
                <a:solidFill>
                  <a:srgbClr val="0070C0"/>
                </a:solidFill>
                <a:latin typeface="Times New Roman" panose="02020603050405020304" pitchFamily="18" charset="0"/>
                <a:cs typeface="Times New Roman" panose="02020603050405020304" pitchFamily="18" charset="0"/>
              </a:rPr>
              <a:t>CONCLUSION/FUTURE SCOPE</a:t>
            </a:r>
            <a:br>
              <a:rPr lang="en-US" dirty="0">
                <a:solidFill>
                  <a:srgbClr val="002060"/>
                </a:solidFill>
                <a:latin typeface="Times New Roman" panose="02020603050405020304" pitchFamily="18" charset="0"/>
                <a:cs typeface="Times New Roman" panose="02020603050405020304" pitchFamily="18" charset="0"/>
              </a:rPr>
            </a:br>
            <a:endParaRPr lang="en-IN"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148654-F714-A71D-06ED-EA2F60D7F529}"/>
              </a:ext>
            </a:extLst>
          </p:cNvPr>
          <p:cNvSpPr>
            <a:spLocks noGrp="1"/>
          </p:cNvSpPr>
          <p:nvPr>
            <p:ph idx="1"/>
          </p:nvPr>
        </p:nvSpPr>
        <p:spPr>
          <a:xfrm>
            <a:off x="779318" y="1517073"/>
            <a:ext cx="10574482" cy="4659890"/>
          </a:xfrm>
        </p:spPr>
        <p:txBody>
          <a:bodyPr>
            <a:normAutofit fontScale="47500" lnSpcReduction="20000"/>
          </a:bodyPr>
          <a:lstStyle/>
          <a:p>
            <a:r>
              <a:rPr lang="en-IN" sz="2400" b="1" dirty="0"/>
              <a:t>CONCLUSION</a:t>
            </a:r>
            <a:endParaRPr lang="en-IN" sz="2400" dirty="0"/>
          </a:p>
          <a:p>
            <a:r>
              <a:rPr lang="en-IN" sz="2400" b="1" dirty="0"/>
              <a:t>MECS successfully provides an interactive platform for training, evaluating, comparing and visualizing multiple machine learning models using a Heart Disease Dataset.</a:t>
            </a:r>
            <a:endParaRPr lang="en-IN" sz="2400" dirty="0"/>
          </a:p>
          <a:p>
            <a:r>
              <a:rPr lang="en-IN" sz="2400" b="1" dirty="0"/>
              <a:t>Key achievements:</a:t>
            </a:r>
            <a:endParaRPr lang="en-IN" sz="2400" dirty="0"/>
          </a:p>
          <a:p>
            <a:pPr lvl="0"/>
            <a:r>
              <a:rPr lang="en-IN" sz="3400" dirty="0"/>
              <a:t>5 ML models implemented </a:t>
            </a:r>
          </a:p>
          <a:p>
            <a:pPr lvl="0"/>
            <a:r>
              <a:rPr lang="en-IN" sz="3400" dirty="0"/>
              <a:t>5 evaluation metrics used </a:t>
            </a:r>
          </a:p>
          <a:p>
            <a:pPr lvl="0"/>
            <a:r>
              <a:rPr lang="en-IN" sz="3400" dirty="0"/>
              <a:t>Interactive Streamlit dashboard developed </a:t>
            </a:r>
          </a:p>
          <a:p>
            <a:pPr lvl="0"/>
            <a:r>
              <a:rPr lang="en-IN" sz="3400" dirty="0"/>
              <a:t>Confusion matrices and ROC curves generated </a:t>
            </a:r>
          </a:p>
          <a:p>
            <a:pPr lvl="0"/>
            <a:r>
              <a:rPr lang="en-IN" sz="3400" dirty="0"/>
              <a:t>Model performance comparison achieved </a:t>
            </a:r>
          </a:p>
          <a:p>
            <a:r>
              <a:rPr lang="en-IN" sz="2400" b="1" dirty="0"/>
              <a:t>FUTURE SCOPE</a:t>
            </a:r>
            <a:endParaRPr lang="en-IN" sz="2400" dirty="0"/>
          </a:p>
          <a:p>
            <a:r>
              <a:rPr lang="en-IN" sz="2400" b="1" dirty="0"/>
              <a:t>MECS can be expanded into a more general-purpose automated machine learning evaluation platform.</a:t>
            </a:r>
            <a:endParaRPr lang="en-IN" sz="2400" dirty="0"/>
          </a:p>
          <a:p>
            <a:pPr lvl="0"/>
            <a:r>
              <a:rPr lang="en-IN" sz="3400" dirty="0"/>
              <a:t>More datasets and algorithms </a:t>
            </a:r>
          </a:p>
          <a:p>
            <a:pPr lvl="0"/>
            <a:r>
              <a:rPr lang="en-IN" sz="3400" dirty="0"/>
              <a:t>Regression &amp; clustering support </a:t>
            </a:r>
          </a:p>
          <a:p>
            <a:pPr lvl="0"/>
            <a:r>
              <a:rPr lang="en-IN" sz="3400" dirty="0"/>
              <a:t>Automated model recommendation </a:t>
            </a:r>
          </a:p>
          <a:p>
            <a:pPr lvl="0"/>
            <a:r>
              <a:rPr lang="en-IN" sz="3400" dirty="0"/>
              <a:t>Explainable AI with SHAP </a:t>
            </a:r>
          </a:p>
          <a:p>
            <a:pPr lvl="0"/>
            <a:r>
              <a:rPr lang="en-IN" sz="3400" dirty="0"/>
              <a:t>Automated preprocessing </a:t>
            </a:r>
          </a:p>
          <a:p>
            <a:pPr lvl="0"/>
            <a:r>
              <a:rPr lang="en-IN" sz="3400" dirty="0"/>
              <a:t>Online deployment</a:t>
            </a:r>
          </a:p>
          <a:p>
            <a:pPr marL="0" indent="0" algn="just">
              <a:lnSpc>
                <a:spcPct val="150000"/>
              </a:lnSpc>
              <a:spcAft>
                <a:spcPts val="1200"/>
              </a:spcAft>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5B1B2F2-BC53-D9A9-C1F7-7B0E5F8D0DD0}"/>
              </a:ext>
            </a:extLst>
          </p:cNvPr>
          <p:cNvPicPr>
            <a:picLocks noChangeAspect="1"/>
          </p:cNvPicPr>
          <p:nvPr/>
        </p:nvPicPr>
        <p:blipFill>
          <a:blip r:embed="rId2"/>
          <a:stretch>
            <a:fillRect/>
          </a:stretch>
        </p:blipFill>
        <p:spPr>
          <a:xfrm>
            <a:off x="108155" y="230188"/>
            <a:ext cx="2123768" cy="849507"/>
          </a:xfrm>
          <a:prstGeom prst="rect">
            <a:avLst/>
          </a:prstGeom>
        </p:spPr>
      </p:pic>
    </p:spTree>
    <p:extLst>
      <p:ext uri="{BB962C8B-B14F-4D97-AF65-F5344CB8AC3E}">
        <p14:creationId xmlns:p14="http://schemas.microsoft.com/office/powerpoint/2010/main" val="677063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C7CEB-6DAD-27A1-567F-0EF41EC25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6A869-9D21-0E64-7110-6B940E2CA1A8}"/>
              </a:ext>
            </a:extLst>
          </p:cNvPr>
          <p:cNvSpPr>
            <a:spLocks noGrp="1"/>
          </p:cNvSpPr>
          <p:nvPr>
            <p:ph type="title"/>
          </p:nvPr>
        </p:nvSpPr>
        <p:spPr>
          <a:xfrm>
            <a:off x="2782528" y="325796"/>
            <a:ext cx="6243485" cy="1325563"/>
          </a:xfrm>
        </p:spPr>
        <p:txBody>
          <a:bodyPr/>
          <a:lstStyle/>
          <a:p>
            <a:pPr algn="ctr"/>
            <a:r>
              <a:rPr lang="en-US" dirty="0">
                <a:solidFill>
                  <a:srgbClr val="0070C0"/>
                </a:solidFill>
                <a:latin typeface="Times New Roman" panose="02020603050405020304" pitchFamily="18" charset="0"/>
                <a:cs typeface="Times New Roman" panose="02020603050405020304" pitchFamily="18" charset="0"/>
              </a:rPr>
              <a:t>REFERENCES</a:t>
            </a:r>
            <a:endParaRPr lang="en-IN"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389B098E-F946-9C36-02EB-8BA59AEDD44A}"/>
              </a:ext>
            </a:extLst>
          </p:cNvPr>
          <p:cNvGraphicFramePr>
            <a:graphicFrameLocks noGrp="1"/>
          </p:cNvGraphicFramePr>
          <p:nvPr>
            <p:ph idx="1"/>
            <p:extLst>
              <p:ext uri="{D42A27DB-BD31-4B8C-83A1-F6EECF244321}">
                <p14:modId xmlns:p14="http://schemas.microsoft.com/office/powerpoint/2010/main" val="4140148906"/>
              </p:ext>
            </p:extLst>
          </p:nvPr>
        </p:nvGraphicFramePr>
        <p:xfrm>
          <a:off x="196644" y="1382465"/>
          <a:ext cx="11543072" cy="4667387"/>
        </p:xfrm>
        <a:graphic>
          <a:graphicData uri="http://schemas.openxmlformats.org/drawingml/2006/table">
            <a:tbl>
              <a:tblPr>
                <a:tableStyleId>{5C22544A-7EE6-4342-B048-85BDC9FD1C3A}</a:tableStyleId>
              </a:tblPr>
              <a:tblGrid>
                <a:gridCol w="442453">
                  <a:extLst>
                    <a:ext uri="{9D8B030D-6E8A-4147-A177-3AD203B41FA5}">
                      <a16:colId xmlns:a16="http://schemas.microsoft.com/office/drawing/2014/main" val="1982994662"/>
                    </a:ext>
                  </a:extLst>
                </a:gridCol>
                <a:gridCol w="5191432">
                  <a:extLst>
                    <a:ext uri="{9D8B030D-6E8A-4147-A177-3AD203B41FA5}">
                      <a16:colId xmlns:a16="http://schemas.microsoft.com/office/drawing/2014/main" val="453236775"/>
                    </a:ext>
                  </a:extLst>
                </a:gridCol>
                <a:gridCol w="875071">
                  <a:extLst>
                    <a:ext uri="{9D8B030D-6E8A-4147-A177-3AD203B41FA5}">
                      <a16:colId xmlns:a16="http://schemas.microsoft.com/office/drawing/2014/main" val="3585292787"/>
                    </a:ext>
                  </a:extLst>
                </a:gridCol>
                <a:gridCol w="5034116">
                  <a:extLst>
                    <a:ext uri="{9D8B030D-6E8A-4147-A177-3AD203B41FA5}">
                      <a16:colId xmlns:a16="http://schemas.microsoft.com/office/drawing/2014/main" val="3997527957"/>
                    </a:ext>
                  </a:extLst>
                </a:gridCol>
              </a:tblGrid>
              <a:tr h="310621">
                <a:tc>
                  <a:txBody>
                    <a:bodyPr/>
                    <a:lstStyle/>
                    <a:p>
                      <a:pPr algn="r">
                        <a:buNone/>
                      </a:pPr>
                      <a:r>
                        <a:rPr lang="en-IN" sz="1800" b="1" dirty="0"/>
                        <a:t>No.</a:t>
                      </a:r>
                    </a:p>
                  </a:txBody>
                  <a:tcPr marL="44374" marR="44374" marT="22187" marB="22187" anchor="ctr"/>
                </a:tc>
                <a:tc>
                  <a:txBody>
                    <a:bodyPr/>
                    <a:lstStyle/>
                    <a:p>
                      <a:pPr>
                        <a:buNone/>
                      </a:pPr>
                      <a:r>
                        <a:rPr lang="en-IN" sz="1800" b="1" dirty="0"/>
                        <a:t>Related Project / Research Work</a:t>
                      </a:r>
                    </a:p>
                  </a:txBody>
                  <a:tcPr marL="44374" marR="44374" marT="22187" marB="22187" anchor="ctr"/>
                </a:tc>
                <a:tc>
                  <a:txBody>
                    <a:bodyPr/>
                    <a:lstStyle/>
                    <a:p>
                      <a:pPr algn="r">
                        <a:buNone/>
                      </a:pPr>
                      <a:r>
                        <a:rPr lang="en-IN" sz="1800" b="1" dirty="0"/>
                        <a:t>Year</a:t>
                      </a:r>
                    </a:p>
                  </a:txBody>
                  <a:tcPr marL="44374" marR="44374" marT="22187" marB="22187" anchor="ctr"/>
                </a:tc>
                <a:tc>
                  <a:txBody>
                    <a:bodyPr/>
                    <a:lstStyle/>
                    <a:p>
                      <a:pPr>
                        <a:buNone/>
                      </a:pPr>
                      <a:r>
                        <a:rPr lang="en-IN" sz="1800" b="1" dirty="0"/>
                        <a:t>Relevance to MECS</a:t>
                      </a:r>
                    </a:p>
                  </a:txBody>
                  <a:tcPr marL="44374" marR="44374" marT="22187" marB="22187" anchor="ctr"/>
                </a:tc>
                <a:extLst>
                  <a:ext uri="{0D108BD9-81ED-4DB2-BD59-A6C34878D82A}">
                    <a16:rowId xmlns:a16="http://schemas.microsoft.com/office/drawing/2014/main" val="267138786"/>
                  </a:ext>
                </a:extLst>
              </a:tr>
              <a:tr h="976237">
                <a:tc>
                  <a:txBody>
                    <a:bodyPr/>
                    <a:lstStyle/>
                    <a:p>
                      <a:pPr algn="r">
                        <a:buNone/>
                      </a:pPr>
                      <a:r>
                        <a:rPr lang="en-IN" sz="1800" dirty="0"/>
                        <a:t>1</a:t>
                      </a:r>
                    </a:p>
                  </a:txBody>
                  <a:tcPr marL="44374" marR="44374" marT="22187" marB="22187" anchor="ctr"/>
                </a:tc>
                <a:tc>
                  <a:txBody>
                    <a:bodyPr/>
                    <a:lstStyle/>
                    <a:p>
                      <a:pPr>
                        <a:buNone/>
                      </a:pPr>
                      <a:r>
                        <a:rPr lang="en-IN" sz="1600" dirty="0" err="1"/>
                        <a:t>AutoMLBench</a:t>
                      </a:r>
                      <a:r>
                        <a:rPr lang="en-IN" sz="1600" dirty="0"/>
                        <a:t>: A Comprehensive Experimental Evaluation of Automated Machine Learning Frameworks</a:t>
                      </a:r>
                    </a:p>
                  </a:txBody>
                  <a:tcPr marL="44374" marR="44374" marT="22187" marB="22187" anchor="ctr"/>
                </a:tc>
                <a:tc>
                  <a:txBody>
                    <a:bodyPr/>
                    <a:lstStyle/>
                    <a:p>
                      <a:pPr algn="r">
                        <a:buNone/>
                      </a:pPr>
                      <a:r>
                        <a:rPr lang="en-IN" sz="1600" dirty="0"/>
                        <a:t>2024</a:t>
                      </a:r>
                    </a:p>
                  </a:txBody>
                  <a:tcPr marL="44374" marR="44374" marT="22187" marB="22187" anchor="ctr"/>
                </a:tc>
                <a:tc>
                  <a:txBody>
                    <a:bodyPr/>
                    <a:lstStyle/>
                    <a:p>
                      <a:pPr>
                        <a:buNone/>
                      </a:pPr>
                      <a:r>
                        <a:rPr lang="en-IN" sz="1600" dirty="0"/>
                        <a:t>Compares different machine-learning/AutoML approaches across many datasets, which is similar to MECS's model comparison concept.</a:t>
                      </a:r>
                    </a:p>
                  </a:txBody>
                  <a:tcPr marL="44374" marR="44374" marT="22187" marB="22187" anchor="ctr"/>
                </a:tc>
                <a:extLst>
                  <a:ext uri="{0D108BD9-81ED-4DB2-BD59-A6C34878D82A}">
                    <a16:rowId xmlns:a16="http://schemas.microsoft.com/office/drawing/2014/main" val="1511061710"/>
                  </a:ext>
                </a:extLst>
              </a:tr>
              <a:tr h="709991">
                <a:tc>
                  <a:txBody>
                    <a:bodyPr/>
                    <a:lstStyle/>
                    <a:p>
                      <a:pPr algn="r">
                        <a:buNone/>
                      </a:pPr>
                      <a:r>
                        <a:rPr lang="en-IN" sz="1800" dirty="0"/>
                        <a:t>2</a:t>
                      </a:r>
                    </a:p>
                  </a:txBody>
                  <a:tcPr marL="44374" marR="44374" marT="22187" marB="22187" anchor="ctr"/>
                </a:tc>
                <a:tc>
                  <a:txBody>
                    <a:bodyPr/>
                    <a:lstStyle/>
                    <a:p>
                      <a:pPr>
                        <a:buNone/>
                      </a:pPr>
                      <a:r>
                        <a:rPr lang="en-IN" sz="1600" dirty="0"/>
                        <a:t>AMLB: An AutoML Benchmark</a:t>
                      </a:r>
                    </a:p>
                  </a:txBody>
                  <a:tcPr marL="44374" marR="44374" marT="22187" marB="22187" anchor="ctr"/>
                </a:tc>
                <a:tc>
                  <a:txBody>
                    <a:bodyPr/>
                    <a:lstStyle/>
                    <a:p>
                      <a:pPr algn="r">
                        <a:buNone/>
                      </a:pPr>
                      <a:r>
                        <a:rPr lang="en-IN" sz="1600" dirty="0"/>
                        <a:t>2024</a:t>
                      </a:r>
                    </a:p>
                  </a:txBody>
                  <a:tcPr marL="44374" marR="44374" marT="22187" marB="22187" anchor="ctr"/>
                </a:tc>
                <a:tc>
                  <a:txBody>
                    <a:bodyPr/>
                    <a:lstStyle/>
                    <a:p>
                      <a:pPr>
                        <a:buNone/>
                      </a:pPr>
                      <a:r>
                        <a:rPr lang="en-IN" sz="1600" dirty="0"/>
                        <a:t>Provides a standardized way of benchmarking and comparing machine-learning systems across different tasks.</a:t>
                      </a:r>
                    </a:p>
                  </a:txBody>
                  <a:tcPr marL="44374" marR="44374" marT="22187" marB="22187" anchor="ctr"/>
                </a:tc>
                <a:extLst>
                  <a:ext uri="{0D108BD9-81ED-4DB2-BD59-A6C34878D82A}">
                    <a16:rowId xmlns:a16="http://schemas.microsoft.com/office/drawing/2014/main" val="3610063227"/>
                  </a:ext>
                </a:extLst>
              </a:tr>
              <a:tr h="709991">
                <a:tc>
                  <a:txBody>
                    <a:bodyPr/>
                    <a:lstStyle/>
                    <a:p>
                      <a:pPr algn="r">
                        <a:buNone/>
                      </a:pPr>
                      <a:r>
                        <a:rPr lang="en-IN" sz="1800" dirty="0"/>
                        <a:t>3</a:t>
                      </a:r>
                    </a:p>
                  </a:txBody>
                  <a:tcPr marL="44374" marR="44374" marT="22187" marB="22187" anchor="ctr"/>
                </a:tc>
                <a:tc>
                  <a:txBody>
                    <a:bodyPr/>
                    <a:lstStyle/>
                    <a:p>
                      <a:pPr>
                        <a:buNone/>
                      </a:pPr>
                      <a:r>
                        <a:rPr lang="en-IN" sz="1600" dirty="0"/>
                        <a:t>Evaluation Metrics and Statistical Tests for Machine Learning</a:t>
                      </a:r>
                    </a:p>
                  </a:txBody>
                  <a:tcPr marL="44374" marR="44374" marT="22187" marB="22187" anchor="ctr"/>
                </a:tc>
                <a:tc>
                  <a:txBody>
                    <a:bodyPr/>
                    <a:lstStyle/>
                    <a:p>
                      <a:pPr algn="r">
                        <a:buNone/>
                      </a:pPr>
                      <a:r>
                        <a:rPr lang="en-IN" sz="1600"/>
                        <a:t>2024</a:t>
                      </a:r>
                    </a:p>
                  </a:txBody>
                  <a:tcPr marL="44374" marR="44374" marT="22187" marB="22187" anchor="ctr"/>
                </a:tc>
                <a:tc>
                  <a:txBody>
                    <a:bodyPr/>
                    <a:lstStyle/>
                    <a:p>
                      <a:pPr>
                        <a:buNone/>
                      </a:pPr>
                      <a:r>
                        <a:rPr lang="en-IN" sz="1600" dirty="0"/>
                        <a:t>Supports the use of evaluation measures such as Accuracy, Precision, Recall and F1-Score for assessing ML models.</a:t>
                      </a:r>
                    </a:p>
                  </a:txBody>
                  <a:tcPr marL="44374" marR="44374" marT="22187" marB="22187" anchor="ctr"/>
                </a:tc>
                <a:extLst>
                  <a:ext uri="{0D108BD9-81ED-4DB2-BD59-A6C34878D82A}">
                    <a16:rowId xmlns:a16="http://schemas.microsoft.com/office/drawing/2014/main" val="1326622589"/>
                  </a:ext>
                </a:extLst>
              </a:tr>
              <a:tr h="1109360">
                <a:tc>
                  <a:txBody>
                    <a:bodyPr/>
                    <a:lstStyle/>
                    <a:p>
                      <a:pPr algn="r">
                        <a:buNone/>
                      </a:pPr>
                      <a:r>
                        <a:rPr lang="en-IN" sz="1800" dirty="0"/>
                        <a:t>4</a:t>
                      </a:r>
                    </a:p>
                  </a:txBody>
                  <a:tcPr marL="44374" marR="44374" marT="22187" marB="22187" anchor="ctr"/>
                </a:tc>
                <a:tc>
                  <a:txBody>
                    <a:bodyPr/>
                    <a:lstStyle/>
                    <a:p>
                      <a:pPr>
                        <a:buNone/>
                      </a:pPr>
                      <a:r>
                        <a:rPr lang="en-IN" sz="1600" dirty="0"/>
                        <a:t>Multiple Disease Prediction System using Machine Learning and Streamlit</a:t>
                      </a:r>
                    </a:p>
                  </a:txBody>
                  <a:tcPr marL="44374" marR="44374" marT="22187" marB="22187" anchor="ctr"/>
                </a:tc>
                <a:tc>
                  <a:txBody>
                    <a:bodyPr/>
                    <a:lstStyle/>
                    <a:p>
                      <a:pPr algn="r">
                        <a:buNone/>
                      </a:pPr>
                      <a:r>
                        <a:rPr lang="en-IN" sz="1600"/>
                        <a:t>2023</a:t>
                      </a:r>
                    </a:p>
                  </a:txBody>
                  <a:tcPr marL="44374" marR="44374" marT="22187" marB="22187" anchor="ctr"/>
                </a:tc>
                <a:tc>
                  <a:txBody>
                    <a:bodyPr/>
                    <a:lstStyle/>
                    <a:p>
                      <a:pPr>
                        <a:buNone/>
                      </a:pPr>
                      <a:r>
                        <a:rPr lang="en-IN" sz="1600" dirty="0"/>
                        <a:t>Uses multiple ML algorithms and a Streamlit-based interface for disease prediction, making it closely related to MECS's implementation approach.</a:t>
                      </a:r>
                    </a:p>
                  </a:txBody>
                  <a:tcPr marL="44374" marR="44374" marT="22187" marB="22187" anchor="ctr"/>
                </a:tc>
                <a:extLst>
                  <a:ext uri="{0D108BD9-81ED-4DB2-BD59-A6C34878D82A}">
                    <a16:rowId xmlns:a16="http://schemas.microsoft.com/office/drawing/2014/main" val="909367163"/>
                  </a:ext>
                </a:extLst>
              </a:tr>
              <a:tr h="843114">
                <a:tc>
                  <a:txBody>
                    <a:bodyPr/>
                    <a:lstStyle/>
                    <a:p>
                      <a:pPr algn="r">
                        <a:buNone/>
                      </a:pPr>
                      <a:r>
                        <a:rPr lang="en-IN" sz="1800" dirty="0"/>
                        <a:t>5</a:t>
                      </a:r>
                    </a:p>
                  </a:txBody>
                  <a:tcPr marL="44374" marR="44374" marT="22187" marB="22187" anchor="ctr"/>
                </a:tc>
                <a:tc>
                  <a:txBody>
                    <a:bodyPr/>
                    <a:lstStyle/>
                    <a:p>
                      <a:pPr>
                        <a:buNone/>
                      </a:pPr>
                      <a:r>
                        <a:rPr lang="en-IN" sz="1600" dirty="0"/>
                        <a:t>A Practical Evaluation of AutoML Tools for Binary, Multiclass, and Multilabel Classification</a:t>
                      </a:r>
                    </a:p>
                  </a:txBody>
                  <a:tcPr marL="44374" marR="44374" marT="22187" marB="22187" anchor="ctr"/>
                </a:tc>
                <a:tc>
                  <a:txBody>
                    <a:bodyPr/>
                    <a:lstStyle/>
                    <a:p>
                      <a:pPr algn="r">
                        <a:buNone/>
                      </a:pPr>
                      <a:r>
                        <a:rPr lang="en-IN" sz="1600"/>
                        <a:t>2025</a:t>
                      </a:r>
                    </a:p>
                  </a:txBody>
                  <a:tcPr marL="44374" marR="44374" marT="22187" marB="22187" anchor="ctr"/>
                </a:tc>
                <a:tc>
                  <a:txBody>
                    <a:bodyPr/>
                    <a:lstStyle/>
                    <a:p>
                      <a:pPr>
                        <a:buNone/>
                      </a:pPr>
                      <a:r>
                        <a:rPr lang="en-IN" sz="1600" dirty="0"/>
                        <a:t>Evaluates different automated ML tools and classification approaches, supporting MECS's objective of systematic model evaluation.</a:t>
                      </a:r>
                    </a:p>
                  </a:txBody>
                  <a:tcPr marL="44374" marR="44374" marT="22187" marB="22187" anchor="ctr"/>
                </a:tc>
                <a:extLst>
                  <a:ext uri="{0D108BD9-81ED-4DB2-BD59-A6C34878D82A}">
                    <a16:rowId xmlns:a16="http://schemas.microsoft.com/office/drawing/2014/main" val="3543580061"/>
                  </a:ext>
                </a:extLst>
              </a:tr>
            </a:tbl>
          </a:graphicData>
        </a:graphic>
      </p:graphicFrame>
      <p:pic>
        <p:nvPicPr>
          <p:cNvPr id="5" name="Picture 4">
            <a:extLst>
              <a:ext uri="{FF2B5EF4-FFF2-40B4-BE49-F238E27FC236}">
                <a16:creationId xmlns:a16="http://schemas.microsoft.com/office/drawing/2014/main" id="{E5C8B0FC-971E-79B0-E89C-B879B39A4651}"/>
              </a:ext>
            </a:extLst>
          </p:cNvPr>
          <p:cNvPicPr>
            <a:picLocks noChangeAspect="1"/>
          </p:cNvPicPr>
          <p:nvPr/>
        </p:nvPicPr>
        <p:blipFill>
          <a:blip r:embed="rId2"/>
          <a:stretch>
            <a:fillRect/>
          </a:stretch>
        </p:blipFill>
        <p:spPr>
          <a:xfrm>
            <a:off x="108155" y="230188"/>
            <a:ext cx="2123768" cy="849507"/>
          </a:xfrm>
          <a:prstGeom prst="rect">
            <a:avLst/>
          </a:prstGeom>
        </p:spPr>
      </p:pic>
    </p:spTree>
    <p:extLst>
      <p:ext uri="{BB962C8B-B14F-4D97-AF65-F5344CB8AC3E}">
        <p14:creationId xmlns:p14="http://schemas.microsoft.com/office/powerpoint/2010/main" val="230300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92D00-953B-E793-F248-DB2999010524}"/>
            </a:ext>
          </a:extLst>
        </p:cNvPr>
        <p:cNvGrpSpPr/>
        <p:nvPr/>
      </p:nvGrpSpPr>
      <p:grpSpPr>
        <a:xfrm>
          <a:off x="0" y="0"/>
          <a:ext cx="0" cy="0"/>
          <a:chOff x="0" y="0"/>
          <a:chExt cx="0" cy="0"/>
        </a:xfrm>
      </p:grpSpPr>
      <p:pic>
        <p:nvPicPr>
          <p:cNvPr id="4" name="Content Placeholder 3" descr="Thank You Stock Photos, Images and Backgrounds for Free Download">
            <a:extLst>
              <a:ext uri="{FF2B5EF4-FFF2-40B4-BE49-F238E27FC236}">
                <a16:creationId xmlns:a16="http://schemas.microsoft.com/office/drawing/2014/main" id="{CF80DB0D-3472-8266-4A83-F635791411A7}"/>
              </a:ext>
            </a:extLst>
          </p:cNvPr>
          <p:cNvPicPr>
            <a:picLocks noGrp="1" noChangeAspect="1"/>
          </p:cNvPicPr>
          <p:nvPr>
            <p:ph idx="1"/>
          </p:nvPr>
        </p:nvPicPr>
        <p:blipFill>
          <a:blip r:embed="rId2"/>
          <a:stretch>
            <a:fillRect/>
          </a:stretch>
        </p:blipFill>
        <p:spPr>
          <a:xfrm>
            <a:off x="1825446" y="1079694"/>
            <a:ext cx="8246468" cy="4632847"/>
          </a:xfrm>
          <a:prstGeom prst="rect">
            <a:avLst/>
          </a:prstGeom>
        </p:spPr>
      </p:pic>
      <p:pic>
        <p:nvPicPr>
          <p:cNvPr id="5" name="Picture 4">
            <a:extLst>
              <a:ext uri="{FF2B5EF4-FFF2-40B4-BE49-F238E27FC236}">
                <a16:creationId xmlns:a16="http://schemas.microsoft.com/office/drawing/2014/main" id="{29CD697F-2A2D-5AEC-405A-1BF2D439C9DA}"/>
              </a:ext>
            </a:extLst>
          </p:cNvPr>
          <p:cNvPicPr>
            <a:picLocks noChangeAspect="1"/>
          </p:cNvPicPr>
          <p:nvPr/>
        </p:nvPicPr>
        <p:blipFill>
          <a:blip r:embed="rId3"/>
          <a:stretch>
            <a:fillRect/>
          </a:stretch>
        </p:blipFill>
        <p:spPr>
          <a:xfrm>
            <a:off x="108155" y="230188"/>
            <a:ext cx="2123768" cy="849507"/>
          </a:xfrm>
          <a:prstGeom prst="rect">
            <a:avLst/>
          </a:prstGeom>
        </p:spPr>
      </p:pic>
    </p:spTree>
    <p:extLst>
      <p:ext uri="{BB962C8B-B14F-4D97-AF65-F5344CB8AC3E}">
        <p14:creationId xmlns:p14="http://schemas.microsoft.com/office/powerpoint/2010/main" val="3848159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TotalTime>
  <Words>1151</Words>
  <Application>Microsoft Office PowerPoint</Application>
  <PresentationFormat>Widescreen</PresentationFormat>
  <Paragraphs>120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PowerPoint Presentation</vt:lpstr>
      <vt:lpstr>Abstract </vt:lpstr>
      <vt:lpstr>INTRODUCTION </vt:lpstr>
      <vt:lpstr>METHODOLOGY </vt:lpstr>
      <vt:lpstr>IMPLEMENTATION </vt:lpstr>
      <vt:lpstr>RESULTS/OUTCOMES </vt:lpstr>
      <vt:lpstr>CONCLUSION/FUTURE SCOPE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Gladis Esther Yalla</dc:creator>
  <cp:lastModifiedBy>24B11CS539</cp:lastModifiedBy>
  <cp:revision>7</cp:revision>
  <dcterms:created xsi:type="dcterms:W3CDTF">2026-07-28T06:16:01Z</dcterms:created>
  <dcterms:modified xsi:type="dcterms:W3CDTF">2026-09-30T16:04:41Z</dcterms:modified>
</cp:coreProperties>
</file>